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omments/comment1.xml" ContentType="application/vnd.openxmlformats-officedocument.presentationml.comments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75" r:id="rId12"/>
    <p:sldId id="277" r:id="rId13"/>
    <p:sldId id="278" r:id="rId14"/>
    <p:sldId id="265" r:id="rId15"/>
    <p:sldId id="266" r:id="rId16"/>
    <p:sldId id="272" r:id="rId17"/>
    <p:sldId id="273" r:id="rId18"/>
    <p:sldId id="267" r:id="rId19"/>
    <p:sldId id="268" r:id="rId20"/>
    <p:sldId id="269" r:id="rId21"/>
    <p:sldId id="276" r:id="rId22"/>
    <p:sldId id="27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i surya" initials="ss" lastIdx="1" clrIdx="0">
    <p:extLst>
      <p:ext uri="{19B8F6BF-5375-455C-9EA6-DF929625EA0E}">
        <p15:presenceInfo xmlns:p15="http://schemas.microsoft.com/office/powerpoint/2012/main" userId="7c3a21ff01d5dd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6"/>
  </p:normalViewPr>
  <p:slideViewPr>
    <p:cSldViewPr snapToGrid="0" snapToObjects="1">
      <p:cViewPr>
        <p:scale>
          <a:sx n="75" d="100"/>
          <a:sy n="75" d="100"/>
        </p:scale>
        <p:origin x="1603" y="1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28T02:02:30.005" idx="1">
    <p:pos x="5261" y="653"/>
    <p:text/>
    <p:extLst>
      <p:ext uri="{C676402C-5697-4E1C-873F-D02D1690AC5C}">
        <p15:threadingInfo xmlns:p15="http://schemas.microsoft.com/office/powerpoint/2012/main" timeZoneBias="0"/>
      </p:ext>
    </p:extLst>
  </p:cm>
</p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0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0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F0C09C-2A13-4F1B-9475-12C1D1197B2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9353BA-8D1F-4613-98C6-273AEC3732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Heart problems are very common, and early detection can save lives.</a:t>
          </a:r>
        </a:p>
      </dgm:t>
    </dgm:pt>
    <dgm:pt modelId="{1D6301F7-C3F1-4247-8B0A-6A0ECCD5401D}" type="parTrans" cxnId="{66D7E9E2-8C25-4C88-95C2-45E380144332}">
      <dgm:prSet/>
      <dgm:spPr/>
      <dgm:t>
        <a:bodyPr/>
        <a:lstStyle/>
        <a:p>
          <a:endParaRPr lang="en-US"/>
        </a:p>
      </dgm:t>
    </dgm:pt>
    <dgm:pt modelId="{E32D91FE-3B91-4939-97C8-96BDCC41573B}" type="sibTrans" cxnId="{66D7E9E2-8C25-4C88-95C2-45E380144332}">
      <dgm:prSet/>
      <dgm:spPr/>
      <dgm:t>
        <a:bodyPr/>
        <a:lstStyle/>
        <a:p>
          <a:endParaRPr lang="en-US"/>
        </a:p>
      </dgm:t>
    </dgm:pt>
    <dgm:pt modelId="{9647110C-96DD-4CD6-A9E1-6D459901D2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Heart sounds carry useful information that doctors listen to.</a:t>
          </a:r>
        </a:p>
      </dgm:t>
    </dgm:pt>
    <dgm:pt modelId="{A4F95CA9-01C1-42B0-91DE-05BDEB2CB48A}" type="parTrans" cxnId="{B6D3B069-324A-4227-87BB-76B47E086F41}">
      <dgm:prSet/>
      <dgm:spPr/>
      <dgm:t>
        <a:bodyPr/>
        <a:lstStyle/>
        <a:p>
          <a:endParaRPr lang="en-US"/>
        </a:p>
      </dgm:t>
    </dgm:pt>
    <dgm:pt modelId="{3DDDE874-6644-4E02-86C2-C88D9DB49276}" type="sibTrans" cxnId="{B6D3B069-324A-4227-87BB-76B47E086F41}">
      <dgm:prSet/>
      <dgm:spPr/>
      <dgm:t>
        <a:bodyPr/>
        <a:lstStyle/>
        <a:p>
          <a:endParaRPr lang="en-US"/>
        </a:p>
      </dgm:t>
    </dgm:pt>
    <dgm:pt modelId="{2CFEC30E-0DEC-4851-98F9-A35FC5E31A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 wanted to build a system that can help detect valve issues using audio.</a:t>
          </a:r>
        </a:p>
      </dgm:t>
    </dgm:pt>
    <dgm:pt modelId="{C99C94E7-A68C-49C7-BAB6-3E45A6FD5951}" type="parTrans" cxnId="{7445A7B5-3EAE-436E-9945-7EBB3FE32EE9}">
      <dgm:prSet/>
      <dgm:spPr/>
      <dgm:t>
        <a:bodyPr/>
        <a:lstStyle/>
        <a:p>
          <a:endParaRPr lang="en-US"/>
        </a:p>
      </dgm:t>
    </dgm:pt>
    <dgm:pt modelId="{C339E5A2-2622-4716-AECB-8AA0A4A8D3CC}" type="sibTrans" cxnId="{7445A7B5-3EAE-436E-9945-7EBB3FE32EE9}">
      <dgm:prSet/>
      <dgm:spPr/>
      <dgm:t>
        <a:bodyPr/>
        <a:lstStyle/>
        <a:p>
          <a:endParaRPr lang="en-US"/>
        </a:p>
      </dgm:t>
    </dgm:pt>
    <dgm:pt modelId="{911B74EA-1222-4776-BC14-7BF062049698}" type="pres">
      <dgm:prSet presAssocID="{19F0C09C-2A13-4F1B-9475-12C1D1197B29}" presName="root" presStyleCnt="0">
        <dgm:presLayoutVars>
          <dgm:dir/>
          <dgm:resizeHandles val="exact"/>
        </dgm:presLayoutVars>
      </dgm:prSet>
      <dgm:spPr/>
    </dgm:pt>
    <dgm:pt modelId="{2BA8111A-0E3E-4D27-B71E-A8050B88FA87}" type="pres">
      <dgm:prSet presAssocID="{6A9353BA-8D1F-4613-98C6-273AEC3732FF}" presName="compNode" presStyleCnt="0"/>
      <dgm:spPr/>
    </dgm:pt>
    <dgm:pt modelId="{BD7F83A0-0A58-44B9-ACBB-557F097D5B28}" type="pres">
      <dgm:prSet presAssocID="{6A9353BA-8D1F-4613-98C6-273AEC3732FF}" presName="bgRect" presStyleLbl="bgShp" presStyleIdx="0" presStyleCnt="3"/>
      <dgm:spPr/>
    </dgm:pt>
    <dgm:pt modelId="{C9ADEF83-CD0F-4897-B8BF-A2C5F849E4FB}" type="pres">
      <dgm:prSet presAssocID="{6A9353BA-8D1F-4613-98C6-273AEC3732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2107B2CF-8478-42E6-98B0-920B3B4279F4}" type="pres">
      <dgm:prSet presAssocID="{6A9353BA-8D1F-4613-98C6-273AEC3732FF}" presName="spaceRect" presStyleCnt="0"/>
      <dgm:spPr/>
    </dgm:pt>
    <dgm:pt modelId="{2AC83B4C-4B5D-4E57-9E28-04F049EB9C39}" type="pres">
      <dgm:prSet presAssocID="{6A9353BA-8D1F-4613-98C6-273AEC3732FF}" presName="parTx" presStyleLbl="revTx" presStyleIdx="0" presStyleCnt="3">
        <dgm:presLayoutVars>
          <dgm:chMax val="0"/>
          <dgm:chPref val="0"/>
        </dgm:presLayoutVars>
      </dgm:prSet>
      <dgm:spPr/>
    </dgm:pt>
    <dgm:pt modelId="{8001747D-E9F6-4C75-8F1E-FDFECFD15310}" type="pres">
      <dgm:prSet presAssocID="{E32D91FE-3B91-4939-97C8-96BDCC41573B}" presName="sibTrans" presStyleCnt="0"/>
      <dgm:spPr/>
    </dgm:pt>
    <dgm:pt modelId="{6E42A4A0-A719-45F9-9EFF-340B4379B0E3}" type="pres">
      <dgm:prSet presAssocID="{9647110C-96DD-4CD6-A9E1-6D459901D25D}" presName="compNode" presStyleCnt="0"/>
      <dgm:spPr/>
    </dgm:pt>
    <dgm:pt modelId="{BFA87731-C862-44CE-A156-D5A017481E36}" type="pres">
      <dgm:prSet presAssocID="{9647110C-96DD-4CD6-A9E1-6D459901D25D}" presName="bgRect" presStyleLbl="bgShp" presStyleIdx="1" presStyleCnt="3"/>
      <dgm:spPr/>
    </dgm:pt>
    <dgm:pt modelId="{19ACF915-DACA-4518-A3FE-5E6D65ECCE9D}" type="pres">
      <dgm:prSet presAssocID="{9647110C-96DD-4CD6-A9E1-6D459901D25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B7C606DD-6EEB-4F71-8BAD-DDE197E0BCDC}" type="pres">
      <dgm:prSet presAssocID="{9647110C-96DD-4CD6-A9E1-6D459901D25D}" presName="spaceRect" presStyleCnt="0"/>
      <dgm:spPr/>
    </dgm:pt>
    <dgm:pt modelId="{3B31B1B7-7A46-4A9B-87EA-47D7B46B8950}" type="pres">
      <dgm:prSet presAssocID="{9647110C-96DD-4CD6-A9E1-6D459901D25D}" presName="parTx" presStyleLbl="revTx" presStyleIdx="1" presStyleCnt="3">
        <dgm:presLayoutVars>
          <dgm:chMax val="0"/>
          <dgm:chPref val="0"/>
        </dgm:presLayoutVars>
      </dgm:prSet>
      <dgm:spPr/>
    </dgm:pt>
    <dgm:pt modelId="{A3964A47-CBB3-4B95-B593-2C6B0B5B5EE1}" type="pres">
      <dgm:prSet presAssocID="{3DDDE874-6644-4E02-86C2-C88D9DB49276}" presName="sibTrans" presStyleCnt="0"/>
      <dgm:spPr/>
    </dgm:pt>
    <dgm:pt modelId="{1CB85BD0-3FBA-46F0-9A81-A72EC6B950BC}" type="pres">
      <dgm:prSet presAssocID="{2CFEC30E-0DEC-4851-98F9-A35FC5E31A66}" presName="compNode" presStyleCnt="0"/>
      <dgm:spPr/>
    </dgm:pt>
    <dgm:pt modelId="{889C98C8-5397-4723-BF0D-2391F1AAA5F9}" type="pres">
      <dgm:prSet presAssocID="{2CFEC30E-0DEC-4851-98F9-A35FC5E31A66}" presName="bgRect" presStyleLbl="bgShp" presStyleIdx="2" presStyleCnt="3"/>
      <dgm:spPr/>
    </dgm:pt>
    <dgm:pt modelId="{A22C86C1-613F-4F2E-A177-A6E2147A833E}" type="pres">
      <dgm:prSet presAssocID="{2CFEC30E-0DEC-4851-98F9-A35FC5E31A6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8B78E73B-B611-435C-A129-436BA238CC49}" type="pres">
      <dgm:prSet presAssocID="{2CFEC30E-0DEC-4851-98F9-A35FC5E31A66}" presName="spaceRect" presStyleCnt="0"/>
      <dgm:spPr/>
    </dgm:pt>
    <dgm:pt modelId="{08E788B1-AFF7-4B49-ABD1-9E610A522C6E}" type="pres">
      <dgm:prSet presAssocID="{2CFEC30E-0DEC-4851-98F9-A35FC5E31A6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194F60F-7B2A-4ED6-9440-EB7111C94D50}" type="presOf" srcId="{6A9353BA-8D1F-4613-98C6-273AEC3732FF}" destId="{2AC83B4C-4B5D-4E57-9E28-04F049EB9C39}" srcOrd="0" destOrd="0" presId="urn:microsoft.com/office/officeart/2018/2/layout/IconVerticalSolidList"/>
    <dgm:cxn modelId="{4183EA21-7263-401E-A2CE-061C97A47E8D}" type="presOf" srcId="{9647110C-96DD-4CD6-A9E1-6D459901D25D}" destId="{3B31B1B7-7A46-4A9B-87EA-47D7B46B8950}" srcOrd="0" destOrd="0" presId="urn:microsoft.com/office/officeart/2018/2/layout/IconVerticalSolidList"/>
    <dgm:cxn modelId="{CE261542-9D11-45E2-A716-38FEE96289BE}" type="presOf" srcId="{2CFEC30E-0DEC-4851-98F9-A35FC5E31A66}" destId="{08E788B1-AFF7-4B49-ABD1-9E610A522C6E}" srcOrd="0" destOrd="0" presId="urn:microsoft.com/office/officeart/2018/2/layout/IconVerticalSolidList"/>
    <dgm:cxn modelId="{B6D3B069-324A-4227-87BB-76B47E086F41}" srcId="{19F0C09C-2A13-4F1B-9475-12C1D1197B29}" destId="{9647110C-96DD-4CD6-A9E1-6D459901D25D}" srcOrd="1" destOrd="0" parTransId="{A4F95CA9-01C1-42B0-91DE-05BDEB2CB48A}" sibTransId="{3DDDE874-6644-4E02-86C2-C88D9DB49276}"/>
    <dgm:cxn modelId="{7445A7B5-3EAE-436E-9945-7EBB3FE32EE9}" srcId="{19F0C09C-2A13-4F1B-9475-12C1D1197B29}" destId="{2CFEC30E-0DEC-4851-98F9-A35FC5E31A66}" srcOrd="2" destOrd="0" parTransId="{C99C94E7-A68C-49C7-BAB6-3E45A6FD5951}" sibTransId="{C339E5A2-2622-4716-AECB-8AA0A4A8D3CC}"/>
    <dgm:cxn modelId="{634D86CC-DB8E-4154-AAEC-58191B0B3773}" type="presOf" srcId="{19F0C09C-2A13-4F1B-9475-12C1D1197B29}" destId="{911B74EA-1222-4776-BC14-7BF062049698}" srcOrd="0" destOrd="0" presId="urn:microsoft.com/office/officeart/2018/2/layout/IconVerticalSolidList"/>
    <dgm:cxn modelId="{66D7E9E2-8C25-4C88-95C2-45E380144332}" srcId="{19F0C09C-2A13-4F1B-9475-12C1D1197B29}" destId="{6A9353BA-8D1F-4613-98C6-273AEC3732FF}" srcOrd="0" destOrd="0" parTransId="{1D6301F7-C3F1-4247-8B0A-6A0ECCD5401D}" sibTransId="{E32D91FE-3B91-4939-97C8-96BDCC41573B}"/>
    <dgm:cxn modelId="{7454DE74-C45C-4144-AE9E-5A71A25A7697}" type="presParOf" srcId="{911B74EA-1222-4776-BC14-7BF062049698}" destId="{2BA8111A-0E3E-4D27-B71E-A8050B88FA87}" srcOrd="0" destOrd="0" presId="urn:microsoft.com/office/officeart/2018/2/layout/IconVerticalSolidList"/>
    <dgm:cxn modelId="{6FA87930-CEC4-4E65-84BD-78FD9AE91517}" type="presParOf" srcId="{2BA8111A-0E3E-4D27-B71E-A8050B88FA87}" destId="{BD7F83A0-0A58-44B9-ACBB-557F097D5B28}" srcOrd="0" destOrd="0" presId="urn:microsoft.com/office/officeart/2018/2/layout/IconVerticalSolidList"/>
    <dgm:cxn modelId="{BE474034-5DBC-4216-B265-B8D38488AC23}" type="presParOf" srcId="{2BA8111A-0E3E-4D27-B71E-A8050B88FA87}" destId="{C9ADEF83-CD0F-4897-B8BF-A2C5F849E4FB}" srcOrd="1" destOrd="0" presId="urn:microsoft.com/office/officeart/2018/2/layout/IconVerticalSolidList"/>
    <dgm:cxn modelId="{025BA0DE-D17C-42C6-87BB-681DB32B224C}" type="presParOf" srcId="{2BA8111A-0E3E-4D27-B71E-A8050B88FA87}" destId="{2107B2CF-8478-42E6-98B0-920B3B4279F4}" srcOrd="2" destOrd="0" presId="urn:microsoft.com/office/officeart/2018/2/layout/IconVerticalSolidList"/>
    <dgm:cxn modelId="{0C8BFE83-D9A8-494D-81B8-F2A203E25DA6}" type="presParOf" srcId="{2BA8111A-0E3E-4D27-B71E-A8050B88FA87}" destId="{2AC83B4C-4B5D-4E57-9E28-04F049EB9C39}" srcOrd="3" destOrd="0" presId="urn:microsoft.com/office/officeart/2018/2/layout/IconVerticalSolidList"/>
    <dgm:cxn modelId="{2B7FC3DE-2CA2-4B25-90C6-92E7064DE35E}" type="presParOf" srcId="{911B74EA-1222-4776-BC14-7BF062049698}" destId="{8001747D-E9F6-4C75-8F1E-FDFECFD15310}" srcOrd="1" destOrd="0" presId="urn:microsoft.com/office/officeart/2018/2/layout/IconVerticalSolidList"/>
    <dgm:cxn modelId="{BD27213A-95B4-42FF-8595-D12E6204144F}" type="presParOf" srcId="{911B74EA-1222-4776-BC14-7BF062049698}" destId="{6E42A4A0-A719-45F9-9EFF-340B4379B0E3}" srcOrd="2" destOrd="0" presId="urn:microsoft.com/office/officeart/2018/2/layout/IconVerticalSolidList"/>
    <dgm:cxn modelId="{79C8E128-85D2-4745-B363-69DDC10C3D77}" type="presParOf" srcId="{6E42A4A0-A719-45F9-9EFF-340B4379B0E3}" destId="{BFA87731-C862-44CE-A156-D5A017481E36}" srcOrd="0" destOrd="0" presId="urn:microsoft.com/office/officeart/2018/2/layout/IconVerticalSolidList"/>
    <dgm:cxn modelId="{4FE55350-4E87-4C43-B3AF-C31C56F4B38B}" type="presParOf" srcId="{6E42A4A0-A719-45F9-9EFF-340B4379B0E3}" destId="{19ACF915-DACA-4518-A3FE-5E6D65ECCE9D}" srcOrd="1" destOrd="0" presId="urn:microsoft.com/office/officeart/2018/2/layout/IconVerticalSolidList"/>
    <dgm:cxn modelId="{DA42E21F-27D7-409A-8D96-C896C83595A4}" type="presParOf" srcId="{6E42A4A0-A719-45F9-9EFF-340B4379B0E3}" destId="{B7C606DD-6EEB-4F71-8BAD-DDE197E0BCDC}" srcOrd="2" destOrd="0" presId="urn:microsoft.com/office/officeart/2018/2/layout/IconVerticalSolidList"/>
    <dgm:cxn modelId="{95A0364B-52C3-43E9-9C5B-815C2188E604}" type="presParOf" srcId="{6E42A4A0-A719-45F9-9EFF-340B4379B0E3}" destId="{3B31B1B7-7A46-4A9B-87EA-47D7B46B8950}" srcOrd="3" destOrd="0" presId="urn:microsoft.com/office/officeart/2018/2/layout/IconVerticalSolidList"/>
    <dgm:cxn modelId="{403D0F78-A1A6-427F-8873-BD7BD5BF9D44}" type="presParOf" srcId="{911B74EA-1222-4776-BC14-7BF062049698}" destId="{A3964A47-CBB3-4B95-B593-2C6B0B5B5EE1}" srcOrd="3" destOrd="0" presId="urn:microsoft.com/office/officeart/2018/2/layout/IconVerticalSolidList"/>
    <dgm:cxn modelId="{43DCCE85-6161-4667-A067-FD06505CE5DC}" type="presParOf" srcId="{911B74EA-1222-4776-BC14-7BF062049698}" destId="{1CB85BD0-3FBA-46F0-9A81-A72EC6B950BC}" srcOrd="4" destOrd="0" presId="urn:microsoft.com/office/officeart/2018/2/layout/IconVerticalSolidList"/>
    <dgm:cxn modelId="{63DE9333-3FA6-4E51-A972-2FF5C478283F}" type="presParOf" srcId="{1CB85BD0-3FBA-46F0-9A81-A72EC6B950BC}" destId="{889C98C8-5397-4723-BF0D-2391F1AAA5F9}" srcOrd="0" destOrd="0" presId="urn:microsoft.com/office/officeart/2018/2/layout/IconVerticalSolidList"/>
    <dgm:cxn modelId="{908C855D-E144-414D-97AA-54B5FD15A8E9}" type="presParOf" srcId="{1CB85BD0-3FBA-46F0-9A81-A72EC6B950BC}" destId="{A22C86C1-613F-4F2E-A177-A6E2147A833E}" srcOrd="1" destOrd="0" presId="urn:microsoft.com/office/officeart/2018/2/layout/IconVerticalSolidList"/>
    <dgm:cxn modelId="{33D08261-5E5A-4D87-98D0-D2F1F0053786}" type="presParOf" srcId="{1CB85BD0-3FBA-46F0-9A81-A72EC6B950BC}" destId="{8B78E73B-B611-435C-A129-436BA238CC49}" srcOrd="2" destOrd="0" presId="urn:microsoft.com/office/officeart/2018/2/layout/IconVerticalSolidList"/>
    <dgm:cxn modelId="{FE3410DD-6947-4866-9ACC-298FE3558377}" type="presParOf" srcId="{1CB85BD0-3FBA-46F0-9A81-A72EC6B950BC}" destId="{08E788B1-AFF7-4B49-ABD1-9E610A522C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7674C3-ACB8-4517-8D36-264467064B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295069-A7C1-44D1-951D-917F04999480}">
      <dgm:prSet/>
      <dgm:spPr/>
      <dgm:t>
        <a:bodyPr/>
        <a:lstStyle/>
        <a:p>
          <a:r>
            <a:rPr lang="en-US"/>
            <a:t>A normal heart makes two main sounds: S1 and S2.</a:t>
          </a:r>
        </a:p>
      </dgm:t>
    </dgm:pt>
    <dgm:pt modelId="{81D4BDD1-1660-4BF5-924C-E18D1946282A}" type="parTrans" cxnId="{B0BF5031-9873-4C65-BB60-2CB637E0A445}">
      <dgm:prSet/>
      <dgm:spPr/>
      <dgm:t>
        <a:bodyPr/>
        <a:lstStyle/>
        <a:p>
          <a:endParaRPr lang="en-US"/>
        </a:p>
      </dgm:t>
    </dgm:pt>
    <dgm:pt modelId="{06D3174B-6FE4-4268-8C79-154AFCBCB84D}" type="sibTrans" cxnId="{B0BF5031-9873-4C65-BB60-2CB637E0A445}">
      <dgm:prSet/>
      <dgm:spPr/>
      <dgm:t>
        <a:bodyPr/>
        <a:lstStyle/>
        <a:p>
          <a:endParaRPr lang="en-US"/>
        </a:p>
      </dgm:t>
    </dgm:pt>
    <dgm:pt modelId="{CA2FA846-D905-4380-B83C-8BB7E31373C7}">
      <dgm:prSet/>
      <dgm:spPr/>
      <dgm:t>
        <a:bodyPr/>
        <a:lstStyle/>
        <a:p>
          <a:r>
            <a:rPr lang="en-US"/>
            <a:t>Abnormal sounds like murmurs can show valve problems.</a:t>
          </a:r>
        </a:p>
      </dgm:t>
    </dgm:pt>
    <dgm:pt modelId="{26581B41-FE52-4E4C-AB03-4543453B99DF}" type="parTrans" cxnId="{C43DB741-7FC2-4A2A-8499-1614BE38DE0A}">
      <dgm:prSet/>
      <dgm:spPr/>
      <dgm:t>
        <a:bodyPr/>
        <a:lstStyle/>
        <a:p>
          <a:endParaRPr lang="en-US"/>
        </a:p>
      </dgm:t>
    </dgm:pt>
    <dgm:pt modelId="{2EA6CD4C-22CC-4930-9A95-969C1AE1A4C1}" type="sibTrans" cxnId="{C43DB741-7FC2-4A2A-8499-1614BE38DE0A}">
      <dgm:prSet/>
      <dgm:spPr/>
      <dgm:t>
        <a:bodyPr/>
        <a:lstStyle/>
        <a:p>
          <a:endParaRPr lang="en-US"/>
        </a:p>
      </dgm:t>
    </dgm:pt>
    <dgm:pt modelId="{20673EC7-A914-4DBA-B7E5-F02B6ADDF2B0}">
      <dgm:prSet/>
      <dgm:spPr/>
      <dgm:t>
        <a:bodyPr/>
        <a:lstStyle/>
        <a:p>
          <a:r>
            <a:rPr lang="en-US"/>
            <a:t>Recordings are usually taken from four important chest points.</a:t>
          </a:r>
        </a:p>
      </dgm:t>
    </dgm:pt>
    <dgm:pt modelId="{3371F5F5-F64A-4368-96B9-DB861F699911}" type="parTrans" cxnId="{001288DA-EA8C-4614-B88F-BEA0ED591056}">
      <dgm:prSet/>
      <dgm:spPr/>
      <dgm:t>
        <a:bodyPr/>
        <a:lstStyle/>
        <a:p>
          <a:endParaRPr lang="en-US"/>
        </a:p>
      </dgm:t>
    </dgm:pt>
    <dgm:pt modelId="{368BD794-E5AD-4728-B51F-C21B44EAC464}" type="sibTrans" cxnId="{001288DA-EA8C-4614-B88F-BEA0ED591056}">
      <dgm:prSet/>
      <dgm:spPr/>
      <dgm:t>
        <a:bodyPr/>
        <a:lstStyle/>
        <a:p>
          <a:endParaRPr lang="en-US"/>
        </a:p>
      </dgm:t>
    </dgm:pt>
    <dgm:pt modelId="{E99D8672-A013-4DFB-BF48-7B6836D3E533}" type="pres">
      <dgm:prSet presAssocID="{BE7674C3-ACB8-4517-8D36-264467064B0D}" presName="root" presStyleCnt="0">
        <dgm:presLayoutVars>
          <dgm:dir/>
          <dgm:resizeHandles val="exact"/>
        </dgm:presLayoutVars>
      </dgm:prSet>
      <dgm:spPr/>
    </dgm:pt>
    <dgm:pt modelId="{00215FAE-CCCD-4B6D-A9EA-C49D71DC9F34}" type="pres">
      <dgm:prSet presAssocID="{9A295069-A7C1-44D1-951D-917F04999480}" presName="compNode" presStyleCnt="0"/>
      <dgm:spPr/>
    </dgm:pt>
    <dgm:pt modelId="{5B0DC728-84D4-41F7-8F2E-CA006B2B075C}" type="pres">
      <dgm:prSet presAssocID="{9A295069-A7C1-44D1-951D-917F04999480}" presName="bgRect" presStyleLbl="bgShp" presStyleIdx="0" presStyleCnt="3"/>
      <dgm:spPr/>
    </dgm:pt>
    <dgm:pt modelId="{A33039F9-B540-43AF-AEE5-C7D4E7AD5DEC}" type="pres">
      <dgm:prSet presAssocID="{9A295069-A7C1-44D1-951D-917F0499948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404D820B-CA21-4BBA-9C0F-A90571A740B3}" type="pres">
      <dgm:prSet presAssocID="{9A295069-A7C1-44D1-951D-917F04999480}" presName="spaceRect" presStyleCnt="0"/>
      <dgm:spPr/>
    </dgm:pt>
    <dgm:pt modelId="{4855F51A-0877-4C20-B3E6-FCD2A850F621}" type="pres">
      <dgm:prSet presAssocID="{9A295069-A7C1-44D1-951D-917F04999480}" presName="parTx" presStyleLbl="revTx" presStyleIdx="0" presStyleCnt="3">
        <dgm:presLayoutVars>
          <dgm:chMax val="0"/>
          <dgm:chPref val="0"/>
        </dgm:presLayoutVars>
      </dgm:prSet>
      <dgm:spPr/>
    </dgm:pt>
    <dgm:pt modelId="{28433F74-C460-4FBB-B9BB-8FEBDEE7EEF3}" type="pres">
      <dgm:prSet presAssocID="{06D3174B-6FE4-4268-8C79-154AFCBCB84D}" presName="sibTrans" presStyleCnt="0"/>
      <dgm:spPr/>
    </dgm:pt>
    <dgm:pt modelId="{1268F935-0B24-422C-8C58-071D9CDBD5AB}" type="pres">
      <dgm:prSet presAssocID="{CA2FA846-D905-4380-B83C-8BB7E31373C7}" presName="compNode" presStyleCnt="0"/>
      <dgm:spPr/>
    </dgm:pt>
    <dgm:pt modelId="{CC3C407E-246E-4E9D-BA30-95B20F9F5593}" type="pres">
      <dgm:prSet presAssocID="{CA2FA846-D905-4380-B83C-8BB7E31373C7}" presName="bgRect" presStyleLbl="bgShp" presStyleIdx="1" presStyleCnt="3"/>
      <dgm:spPr/>
    </dgm:pt>
    <dgm:pt modelId="{D0B0456A-1273-47F3-8F98-D39F40CC3984}" type="pres">
      <dgm:prSet presAssocID="{CA2FA846-D905-4380-B83C-8BB7E31373C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298FA096-EFAB-4B88-B5CD-1F8EC98AE3F3}" type="pres">
      <dgm:prSet presAssocID="{CA2FA846-D905-4380-B83C-8BB7E31373C7}" presName="spaceRect" presStyleCnt="0"/>
      <dgm:spPr/>
    </dgm:pt>
    <dgm:pt modelId="{BFDF28BF-BFD5-447E-8435-AE9706F968CD}" type="pres">
      <dgm:prSet presAssocID="{CA2FA846-D905-4380-B83C-8BB7E31373C7}" presName="parTx" presStyleLbl="revTx" presStyleIdx="1" presStyleCnt="3">
        <dgm:presLayoutVars>
          <dgm:chMax val="0"/>
          <dgm:chPref val="0"/>
        </dgm:presLayoutVars>
      </dgm:prSet>
      <dgm:spPr/>
    </dgm:pt>
    <dgm:pt modelId="{D710E3E1-334E-4DCE-9A35-D5B9EFECBB7B}" type="pres">
      <dgm:prSet presAssocID="{2EA6CD4C-22CC-4930-9A95-969C1AE1A4C1}" presName="sibTrans" presStyleCnt="0"/>
      <dgm:spPr/>
    </dgm:pt>
    <dgm:pt modelId="{FCAE7560-B829-4A42-A001-09282F58CF73}" type="pres">
      <dgm:prSet presAssocID="{20673EC7-A914-4DBA-B7E5-F02B6ADDF2B0}" presName="compNode" presStyleCnt="0"/>
      <dgm:spPr/>
    </dgm:pt>
    <dgm:pt modelId="{6FDB7290-EA21-42FB-BDEA-0F4E3681C166}" type="pres">
      <dgm:prSet presAssocID="{20673EC7-A914-4DBA-B7E5-F02B6ADDF2B0}" presName="bgRect" presStyleLbl="bgShp" presStyleIdx="2" presStyleCnt="3"/>
      <dgm:spPr/>
    </dgm:pt>
    <dgm:pt modelId="{D42A5A5B-844A-402A-962D-B55653C73206}" type="pres">
      <dgm:prSet presAssocID="{20673EC7-A914-4DBA-B7E5-F02B6ADDF2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 Notes"/>
        </a:ext>
      </dgm:extLst>
    </dgm:pt>
    <dgm:pt modelId="{584A82A1-EFFD-47DC-82C4-5F4C4CDA9E53}" type="pres">
      <dgm:prSet presAssocID="{20673EC7-A914-4DBA-B7E5-F02B6ADDF2B0}" presName="spaceRect" presStyleCnt="0"/>
      <dgm:spPr/>
    </dgm:pt>
    <dgm:pt modelId="{35052A25-77E8-4BE2-9407-23703A0967C7}" type="pres">
      <dgm:prSet presAssocID="{20673EC7-A914-4DBA-B7E5-F02B6ADDF2B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B55A424-568E-413C-8667-0669AA37B1C7}" type="presOf" srcId="{BE7674C3-ACB8-4517-8D36-264467064B0D}" destId="{E99D8672-A013-4DFB-BF48-7B6836D3E533}" srcOrd="0" destOrd="0" presId="urn:microsoft.com/office/officeart/2018/2/layout/IconVerticalSolidList"/>
    <dgm:cxn modelId="{B0BF5031-9873-4C65-BB60-2CB637E0A445}" srcId="{BE7674C3-ACB8-4517-8D36-264467064B0D}" destId="{9A295069-A7C1-44D1-951D-917F04999480}" srcOrd="0" destOrd="0" parTransId="{81D4BDD1-1660-4BF5-924C-E18D1946282A}" sibTransId="{06D3174B-6FE4-4268-8C79-154AFCBCB84D}"/>
    <dgm:cxn modelId="{C43DB741-7FC2-4A2A-8499-1614BE38DE0A}" srcId="{BE7674C3-ACB8-4517-8D36-264467064B0D}" destId="{CA2FA846-D905-4380-B83C-8BB7E31373C7}" srcOrd="1" destOrd="0" parTransId="{26581B41-FE52-4E4C-AB03-4543453B99DF}" sibTransId="{2EA6CD4C-22CC-4930-9A95-969C1AE1A4C1}"/>
    <dgm:cxn modelId="{94D72788-E1DB-4DE3-A749-32DBA887E071}" type="presOf" srcId="{9A295069-A7C1-44D1-951D-917F04999480}" destId="{4855F51A-0877-4C20-B3E6-FCD2A850F621}" srcOrd="0" destOrd="0" presId="urn:microsoft.com/office/officeart/2018/2/layout/IconVerticalSolidList"/>
    <dgm:cxn modelId="{35478AB6-6BB2-4671-A83F-0B5A8E72582B}" type="presOf" srcId="{CA2FA846-D905-4380-B83C-8BB7E31373C7}" destId="{BFDF28BF-BFD5-447E-8435-AE9706F968CD}" srcOrd="0" destOrd="0" presId="urn:microsoft.com/office/officeart/2018/2/layout/IconVerticalSolidList"/>
    <dgm:cxn modelId="{737B9CC1-C5B5-4AE3-89AF-5B095CA98A51}" type="presOf" srcId="{20673EC7-A914-4DBA-B7E5-F02B6ADDF2B0}" destId="{35052A25-77E8-4BE2-9407-23703A0967C7}" srcOrd="0" destOrd="0" presId="urn:microsoft.com/office/officeart/2018/2/layout/IconVerticalSolidList"/>
    <dgm:cxn modelId="{001288DA-EA8C-4614-B88F-BEA0ED591056}" srcId="{BE7674C3-ACB8-4517-8D36-264467064B0D}" destId="{20673EC7-A914-4DBA-B7E5-F02B6ADDF2B0}" srcOrd="2" destOrd="0" parTransId="{3371F5F5-F64A-4368-96B9-DB861F699911}" sibTransId="{368BD794-E5AD-4728-B51F-C21B44EAC464}"/>
    <dgm:cxn modelId="{DCFCCA8E-06A7-4EE2-93D4-777A91816DF7}" type="presParOf" srcId="{E99D8672-A013-4DFB-BF48-7B6836D3E533}" destId="{00215FAE-CCCD-4B6D-A9EA-C49D71DC9F34}" srcOrd="0" destOrd="0" presId="urn:microsoft.com/office/officeart/2018/2/layout/IconVerticalSolidList"/>
    <dgm:cxn modelId="{55892F22-453F-43F0-94E3-9F51502E9829}" type="presParOf" srcId="{00215FAE-CCCD-4B6D-A9EA-C49D71DC9F34}" destId="{5B0DC728-84D4-41F7-8F2E-CA006B2B075C}" srcOrd="0" destOrd="0" presId="urn:microsoft.com/office/officeart/2018/2/layout/IconVerticalSolidList"/>
    <dgm:cxn modelId="{DE54D21A-F926-4986-B8BB-05C1188458CC}" type="presParOf" srcId="{00215FAE-CCCD-4B6D-A9EA-C49D71DC9F34}" destId="{A33039F9-B540-43AF-AEE5-C7D4E7AD5DEC}" srcOrd="1" destOrd="0" presId="urn:microsoft.com/office/officeart/2018/2/layout/IconVerticalSolidList"/>
    <dgm:cxn modelId="{2C91AC40-2164-4452-B123-46DD4F4FAECC}" type="presParOf" srcId="{00215FAE-CCCD-4B6D-A9EA-C49D71DC9F34}" destId="{404D820B-CA21-4BBA-9C0F-A90571A740B3}" srcOrd="2" destOrd="0" presId="urn:microsoft.com/office/officeart/2018/2/layout/IconVerticalSolidList"/>
    <dgm:cxn modelId="{FFC41C57-6B5A-4068-9815-C03A483E4989}" type="presParOf" srcId="{00215FAE-CCCD-4B6D-A9EA-C49D71DC9F34}" destId="{4855F51A-0877-4C20-B3E6-FCD2A850F621}" srcOrd="3" destOrd="0" presId="urn:microsoft.com/office/officeart/2018/2/layout/IconVerticalSolidList"/>
    <dgm:cxn modelId="{0A9E3EA1-7436-4F50-BDFD-7407547D0A66}" type="presParOf" srcId="{E99D8672-A013-4DFB-BF48-7B6836D3E533}" destId="{28433F74-C460-4FBB-B9BB-8FEBDEE7EEF3}" srcOrd="1" destOrd="0" presId="urn:microsoft.com/office/officeart/2018/2/layout/IconVerticalSolidList"/>
    <dgm:cxn modelId="{C6A2017D-9087-4048-8CB2-6BA89BD8936A}" type="presParOf" srcId="{E99D8672-A013-4DFB-BF48-7B6836D3E533}" destId="{1268F935-0B24-422C-8C58-071D9CDBD5AB}" srcOrd="2" destOrd="0" presId="urn:microsoft.com/office/officeart/2018/2/layout/IconVerticalSolidList"/>
    <dgm:cxn modelId="{A8CB3395-8DE2-4C14-B2F1-71136D0DA8E3}" type="presParOf" srcId="{1268F935-0B24-422C-8C58-071D9CDBD5AB}" destId="{CC3C407E-246E-4E9D-BA30-95B20F9F5593}" srcOrd="0" destOrd="0" presId="urn:microsoft.com/office/officeart/2018/2/layout/IconVerticalSolidList"/>
    <dgm:cxn modelId="{4E78B59E-324E-42CD-B6A1-E45637711CCE}" type="presParOf" srcId="{1268F935-0B24-422C-8C58-071D9CDBD5AB}" destId="{D0B0456A-1273-47F3-8F98-D39F40CC3984}" srcOrd="1" destOrd="0" presId="urn:microsoft.com/office/officeart/2018/2/layout/IconVerticalSolidList"/>
    <dgm:cxn modelId="{F59D2A5A-DFE4-4983-9932-E5263649BC27}" type="presParOf" srcId="{1268F935-0B24-422C-8C58-071D9CDBD5AB}" destId="{298FA096-EFAB-4B88-B5CD-1F8EC98AE3F3}" srcOrd="2" destOrd="0" presId="urn:microsoft.com/office/officeart/2018/2/layout/IconVerticalSolidList"/>
    <dgm:cxn modelId="{894F41E8-F16C-4659-95A8-59DCA547968E}" type="presParOf" srcId="{1268F935-0B24-422C-8C58-071D9CDBD5AB}" destId="{BFDF28BF-BFD5-447E-8435-AE9706F968CD}" srcOrd="3" destOrd="0" presId="urn:microsoft.com/office/officeart/2018/2/layout/IconVerticalSolidList"/>
    <dgm:cxn modelId="{65024ED1-8669-41C7-8082-0FBB681F6106}" type="presParOf" srcId="{E99D8672-A013-4DFB-BF48-7B6836D3E533}" destId="{D710E3E1-334E-4DCE-9A35-D5B9EFECBB7B}" srcOrd="3" destOrd="0" presId="urn:microsoft.com/office/officeart/2018/2/layout/IconVerticalSolidList"/>
    <dgm:cxn modelId="{0D8FC915-082A-44F4-9AE3-DD170E4A625C}" type="presParOf" srcId="{E99D8672-A013-4DFB-BF48-7B6836D3E533}" destId="{FCAE7560-B829-4A42-A001-09282F58CF73}" srcOrd="4" destOrd="0" presId="urn:microsoft.com/office/officeart/2018/2/layout/IconVerticalSolidList"/>
    <dgm:cxn modelId="{4F02BAE1-BD73-4A29-8D0F-310E168E1738}" type="presParOf" srcId="{FCAE7560-B829-4A42-A001-09282F58CF73}" destId="{6FDB7290-EA21-42FB-BDEA-0F4E3681C166}" srcOrd="0" destOrd="0" presId="urn:microsoft.com/office/officeart/2018/2/layout/IconVerticalSolidList"/>
    <dgm:cxn modelId="{BFBC2E6F-30C7-4432-A469-DB13B00B78C1}" type="presParOf" srcId="{FCAE7560-B829-4A42-A001-09282F58CF73}" destId="{D42A5A5B-844A-402A-962D-B55653C73206}" srcOrd="1" destOrd="0" presId="urn:microsoft.com/office/officeart/2018/2/layout/IconVerticalSolidList"/>
    <dgm:cxn modelId="{B4C5C08F-17EC-419C-A802-501F40EBC0F2}" type="presParOf" srcId="{FCAE7560-B829-4A42-A001-09282F58CF73}" destId="{584A82A1-EFFD-47DC-82C4-5F4C4CDA9E53}" srcOrd="2" destOrd="0" presId="urn:microsoft.com/office/officeart/2018/2/layout/IconVerticalSolidList"/>
    <dgm:cxn modelId="{E88FFE6A-1089-4515-85BC-EF73EED596E6}" type="presParOf" srcId="{FCAE7560-B829-4A42-A001-09282F58CF73}" destId="{35052A25-77E8-4BE2-9407-23703A0967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4D00E1-DD8F-4D90-BA15-A6874FC69B81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B50B926-E26F-4938-A2AE-46FA30260479}">
      <dgm:prSet/>
      <dgm:spPr/>
      <dgm:t>
        <a:bodyPr/>
        <a:lstStyle/>
        <a:p>
          <a:r>
            <a:rPr lang="en-US"/>
            <a:t>Understand heart sounds and identify if a recording is normal or abnormal.</a:t>
          </a:r>
        </a:p>
      </dgm:t>
    </dgm:pt>
    <dgm:pt modelId="{619B85B5-FDA3-47F9-99FC-942F311F8CB5}" type="parTrans" cxnId="{8925B375-7C65-41B6-B134-31FDCB6EF73A}">
      <dgm:prSet/>
      <dgm:spPr/>
      <dgm:t>
        <a:bodyPr/>
        <a:lstStyle/>
        <a:p>
          <a:endParaRPr lang="en-US"/>
        </a:p>
      </dgm:t>
    </dgm:pt>
    <dgm:pt modelId="{FDEB4D4B-AB49-44C6-B451-A5701E24BCAE}" type="sibTrans" cxnId="{8925B375-7C65-41B6-B134-31FDCB6EF73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E96EF63-5CBA-48E2-94D8-FE8F1C8313B4}">
      <dgm:prSet/>
      <dgm:spPr/>
      <dgm:t>
        <a:bodyPr/>
        <a:lstStyle/>
        <a:p>
          <a:r>
            <a:rPr lang="en-US"/>
            <a:t>Use audio features to train a deep learning model.</a:t>
          </a:r>
        </a:p>
      </dgm:t>
    </dgm:pt>
    <dgm:pt modelId="{6296225B-8A05-4B24-B8C9-90407B489094}" type="parTrans" cxnId="{D2072F83-1C27-489E-9B76-ACD00A6543A3}">
      <dgm:prSet/>
      <dgm:spPr/>
      <dgm:t>
        <a:bodyPr/>
        <a:lstStyle/>
        <a:p>
          <a:endParaRPr lang="en-US"/>
        </a:p>
      </dgm:t>
    </dgm:pt>
    <dgm:pt modelId="{950650CE-5AB4-422D-AD37-DE7FB63C53AA}" type="sibTrans" cxnId="{D2072F83-1C27-489E-9B76-ACD00A6543A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72C76EF-3F6F-44D6-8DDD-23BA67BA337F}">
      <dgm:prSet/>
      <dgm:spPr/>
      <dgm:t>
        <a:bodyPr/>
        <a:lstStyle/>
        <a:p>
          <a:r>
            <a:rPr lang="en-US"/>
            <a:t>Make predictions on new heart sound files.</a:t>
          </a:r>
        </a:p>
      </dgm:t>
    </dgm:pt>
    <dgm:pt modelId="{C2017649-352B-4743-8DF6-1CC91335FB18}" type="parTrans" cxnId="{7A3A8DAF-5763-4BCF-B105-85D9CBEAB029}">
      <dgm:prSet/>
      <dgm:spPr/>
      <dgm:t>
        <a:bodyPr/>
        <a:lstStyle/>
        <a:p>
          <a:endParaRPr lang="en-US"/>
        </a:p>
      </dgm:t>
    </dgm:pt>
    <dgm:pt modelId="{7D768CA4-8622-47E6-BA90-2A7A6C3B8ABE}" type="sibTrans" cxnId="{7A3A8DAF-5763-4BCF-B105-85D9CBEAB02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E950260-700C-0E43-84A1-DE2FAF5E83C5}" type="pres">
      <dgm:prSet presAssocID="{824D00E1-DD8F-4D90-BA15-A6874FC69B81}" presName="Name0" presStyleCnt="0">
        <dgm:presLayoutVars>
          <dgm:animLvl val="lvl"/>
          <dgm:resizeHandles val="exact"/>
        </dgm:presLayoutVars>
      </dgm:prSet>
      <dgm:spPr/>
    </dgm:pt>
    <dgm:pt modelId="{CC673A88-9299-B24E-8E4C-DE75018F590E}" type="pres">
      <dgm:prSet presAssocID="{DB50B926-E26F-4938-A2AE-46FA30260479}" presName="compositeNode" presStyleCnt="0">
        <dgm:presLayoutVars>
          <dgm:bulletEnabled val="1"/>
        </dgm:presLayoutVars>
      </dgm:prSet>
      <dgm:spPr/>
    </dgm:pt>
    <dgm:pt modelId="{442AFDD1-B7E8-CC49-877D-15E00BB03E96}" type="pres">
      <dgm:prSet presAssocID="{DB50B926-E26F-4938-A2AE-46FA30260479}" presName="bgRect" presStyleLbl="bgAccFollowNode1" presStyleIdx="0" presStyleCnt="3"/>
      <dgm:spPr/>
    </dgm:pt>
    <dgm:pt modelId="{B658880F-6F57-CD4A-8D17-A312F11423AA}" type="pres">
      <dgm:prSet presAssocID="{FDEB4D4B-AB49-44C6-B451-A5701E24BCAE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E734A8B3-7838-BD47-B8E5-13FD51866847}" type="pres">
      <dgm:prSet presAssocID="{DB50B926-E26F-4938-A2AE-46FA30260479}" presName="bottomLine" presStyleLbl="alignNode1" presStyleIdx="1" presStyleCnt="6">
        <dgm:presLayoutVars/>
      </dgm:prSet>
      <dgm:spPr/>
    </dgm:pt>
    <dgm:pt modelId="{F342DCF1-AFA0-534B-9390-4DABCD992321}" type="pres">
      <dgm:prSet presAssocID="{DB50B926-E26F-4938-A2AE-46FA30260479}" presName="nodeText" presStyleLbl="bgAccFollowNode1" presStyleIdx="0" presStyleCnt="3">
        <dgm:presLayoutVars>
          <dgm:bulletEnabled val="1"/>
        </dgm:presLayoutVars>
      </dgm:prSet>
      <dgm:spPr/>
    </dgm:pt>
    <dgm:pt modelId="{20506000-3BCD-A64F-B79C-B65A5EB8B29B}" type="pres">
      <dgm:prSet presAssocID="{FDEB4D4B-AB49-44C6-B451-A5701E24BCAE}" presName="sibTrans" presStyleCnt="0"/>
      <dgm:spPr/>
    </dgm:pt>
    <dgm:pt modelId="{23592595-B638-F14C-B375-F8FEA2ACC11B}" type="pres">
      <dgm:prSet presAssocID="{EE96EF63-5CBA-48E2-94D8-FE8F1C8313B4}" presName="compositeNode" presStyleCnt="0">
        <dgm:presLayoutVars>
          <dgm:bulletEnabled val="1"/>
        </dgm:presLayoutVars>
      </dgm:prSet>
      <dgm:spPr/>
    </dgm:pt>
    <dgm:pt modelId="{3714A999-EA48-8A47-933F-7B916AB087A3}" type="pres">
      <dgm:prSet presAssocID="{EE96EF63-5CBA-48E2-94D8-FE8F1C8313B4}" presName="bgRect" presStyleLbl="bgAccFollowNode1" presStyleIdx="1" presStyleCnt="3"/>
      <dgm:spPr/>
    </dgm:pt>
    <dgm:pt modelId="{4A29635F-38AB-2244-9F95-E24E4A6E0531}" type="pres">
      <dgm:prSet presAssocID="{950650CE-5AB4-422D-AD37-DE7FB63C53AA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5750CFC6-F23D-8C47-9662-C3284444B9CD}" type="pres">
      <dgm:prSet presAssocID="{EE96EF63-5CBA-48E2-94D8-FE8F1C8313B4}" presName="bottomLine" presStyleLbl="alignNode1" presStyleIdx="3" presStyleCnt="6">
        <dgm:presLayoutVars/>
      </dgm:prSet>
      <dgm:spPr/>
    </dgm:pt>
    <dgm:pt modelId="{8943CA2D-730A-0C4C-AF59-150FB5200510}" type="pres">
      <dgm:prSet presAssocID="{EE96EF63-5CBA-48E2-94D8-FE8F1C8313B4}" presName="nodeText" presStyleLbl="bgAccFollowNode1" presStyleIdx="1" presStyleCnt="3">
        <dgm:presLayoutVars>
          <dgm:bulletEnabled val="1"/>
        </dgm:presLayoutVars>
      </dgm:prSet>
      <dgm:spPr/>
    </dgm:pt>
    <dgm:pt modelId="{7ACBE9D4-9E71-644F-A065-96E5FCCA395D}" type="pres">
      <dgm:prSet presAssocID="{950650CE-5AB4-422D-AD37-DE7FB63C53AA}" presName="sibTrans" presStyleCnt="0"/>
      <dgm:spPr/>
    </dgm:pt>
    <dgm:pt modelId="{96CA117C-5624-C14A-8D84-42B7B1C68410}" type="pres">
      <dgm:prSet presAssocID="{D72C76EF-3F6F-44D6-8DDD-23BA67BA337F}" presName="compositeNode" presStyleCnt="0">
        <dgm:presLayoutVars>
          <dgm:bulletEnabled val="1"/>
        </dgm:presLayoutVars>
      </dgm:prSet>
      <dgm:spPr/>
    </dgm:pt>
    <dgm:pt modelId="{2BE7EE18-C60F-E64B-816D-A6BBBF1DE421}" type="pres">
      <dgm:prSet presAssocID="{D72C76EF-3F6F-44D6-8DDD-23BA67BA337F}" presName="bgRect" presStyleLbl="bgAccFollowNode1" presStyleIdx="2" presStyleCnt="3"/>
      <dgm:spPr/>
    </dgm:pt>
    <dgm:pt modelId="{EA750FEF-084F-CD4F-BA5E-2AB57CBF5FFD}" type="pres">
      <dgm:prSet presAssocID="{7D768CA4-8622-47E6-BA90-2A7A6C3B8ABE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25C07746-1B2A-F24D-81B3-B1FB065EBB9F}" type="pres">
      <dgm:prSet presAssocID="{D72C76EF-3F6F-44D6-8DDD-23BA67BA337F}" presName="bottomLine" presStyleLbl="alignNode1" presStyleIdx="5" presStyleCnt="6">
        <dgm:presLayoutVars/>
      </dgm:prSet>
      <dgm:spPr/>
    </dgm:pt>
    <dgm:pt modelId="{B6326DF7-1D13-ED40-BF4F-A6E7C055F8FA}" type="pres">
      <dgm:prSet presAssocID="{D72C76EF-3F6F-44D6-8DDD-23BA67BA337F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2A722907-462F-494D-886A-077B87C23525}" type="presOf" srcId="{DB50B926-E26F-4938-A2AE-46FA30260479}" destId="{F342DCF1-AFA0-534B-9390-4DABCD992321}" srcOrd="1" destOrd="0" presId="urn:microsoft.com/office/officeart/2016/7/layout/BasicLinearProcessNumbered"/>
    <dgm:cxn modelId="{9D2A7F0B-A87C-1E43-819B-B1DA759624F1}" type="presOf" srcId="{824D00E1-DD8F-4D90-BA15-A6874FC69B81}" destId="{5E950260-700C-0E43-84A1-DE2FAF5E83C5}" srcOrd="0" destOrd="0" presId="urn:microsoft.com/office/officeart/2016/7/layout/BasicLinearProcessNumbered"/>
    <dgm:cxn modelId="{DD8F6549-E058-6F4E-8CAE-8512F69CF569}" type="presOf" srcId="{D72C76EF-3F6F-44D6-8DDD-23BA67BA337F}" destId="{B6326DF7-1D13-ED40-BF4F-A6E7C055F8FA}" srcOrd="1" destOrd="0" presId="urn:microsoft.com/office/officeart/2016/7/layout/BasicLinearProcessNumbered"/>
    <dgm:cxn modelId="{8925B375-7C65-41B6-B134-31FDCB6EF73A}" srcId="{824D00E1-DD8F-4D90-BA15-A6874FC69B81}" destId="{DB50B926-E26F-4938-A2AE-46FA30260479}" srcOrd="0" destOrd="0" parTransId="{619B85B5-FDA3-47F9-99FC-942F311F8CB5}" sibTransId="{FDEB4D4B-AB49-44C6-B451-A5701E24BCAE}"/>
    <dgm:cxn modelId="{756CE455-7599-C448-82C0-F1FD83531C72}" type="presOf" srcId="{EE96EF63-5CBA-48E2-94D8-FE8F1C8313B4}" destId="{8943CA2D-730A-0C4C-AF59-150FB5200510}" srcOrd="1" destOrd="0" presId="urn:microsoft.com/office/officeart/2016/7/layout/BasicLinearProcessNumbered"/>
    <dgm:cxn modelId="{7C925A79-4B02-864C-8770-7F53C8CDF91E}" type="presOf" srcId="{7D768CA4-8622-47E6-BA90-2A7A6C3B8ABE}" destId="{EA750FEF-084F-CD4F-BA5E-2AB57CBF5FFD}" srcOrd="0" destOrd="0" presId="urn:microsoft.com/office/officeart/2016/7/layout/BasicLinearProcessNumbered"/>
    <dgm:cxn modelId="{EBCCC57C-10E3-754C-85C9-154732011BE5}" type="presOf" srcId="{D72C76EF-3F6F-44D6-8DDD-23BA67BA337F}" destId="{2BE7EE18-C60F-E64B-816D-A6BBBF1DE421}" srcOrd="0" destOrd="0" presId="urn:microsoft.com/office/officeart/2016/7/layout/BasicLinearProcessNumbered"/>
    <dgm:cxn modelId="{8C909B81-C5B1-4C49-807F-BF44312EDABF}" type="presOf" srcId="{950650CE-5AB4-422D-AD37-DE7FB63C53AA}" destId="{4A29635F-38AB-2244-9F95-E24E4A6E0531}" srcOrd="0" destOrd="0" presId="urn:microsoft.com/office/officeart/2016/7/layout/BasicLinearProcessNumbered"/>
    <dgm:cxn modelId="{D2072F83-1C27-489E-9B76-ACD00A6543A3}" srcId="{824D00E1-DD8F-4D90-BA15-A6874FC69B81}" destId="{EE96EF63-5CBA-48E2-94D8-FE8F1C8313B4}" srcOrd="1" destOrd="0" parTransId="{6296225B-8A05-4B24-B8C9-90407B489094}" sibTransId="{950650CE-5AB4-422D-AD37-DE7FB63C53AA}"/>
    <dgm:cxn modelId="{4C7D359C-EBE2-5843-A066-AF823A10C773}" type="presOf" srcId="{DB50B926-E26F-4938-A2AE-46FA30260479}" destId="{442AFDD1-B7E8-CC49-877D-15E00BB03E96}" srcOrd="0" destOrd="0" presId="urn:microsoft.com/office/officeart/2016/7/layout/BasicLinearProcessNumbered"/>
    <dgm:cxn modelId="{7A3A8DAF-5763-4BCF-B105-85D9CBEAB029}" srcId="{824D00E1-DD8F-4D90-BA15-A6874FC69B81}" destId="{D72C76EF-3F6F-44D6-8DDD-23BA67BA337F}" srcOrd="2" destOrd="0" parTransId="{C2017649-352B-4743-8DF6-1CC91335FB18}" sibTransId="{7D768CA4-8622-47E6-BA90-2A7A6C3B8ABE}"/>
    <dgm:cxn modelId="{CC9B4AC4-A241-5D46-BF05-99D3922D01D8}" type="presOf" srcId="{FDEB4D4B-AB49-44C6-B451-A5701E24BCAE}" destId="{B658880F-6F57-CD4A-8D17-A312F11423AA}" srcOrd="0" destOrd="0" presId="urn:microsoft.com/office/officeart/2016/7/layout/BasicLinearProcessNumbered"/>
    <dgm:cxn modelId="{82E364DB-7811-4743-8330-52C7773F4EE0}" type="presOf" srcId="{EE96EF63-5CBA-48E2-94D8-FE8F1C8313B4}" destId="{3714A999-EA48-8A47-933F-7B916AB087A3}" srcOrd="0" destOrd="0" presId="urn:microsoft.com/office/officeart/2016/7/layout/BasicLinearProcessNumbered"/>
    <dgm:cxn modelId="{90D57677-AE10-4744-B347-958485A81745}" type="presParOf" srcId="{5E950260-700C-0E43-84A1-DE2FAF5E83C5}" destId="{CC673A88-9299-B24E-8E4C-DE75018F590E}" srcOrd="0" destOrd="0" presId="urn:microsoft.com/office/officeart/2016/7/layout/BasicLinearProcessNumbered"/>
    <dgm:cxn modelId="{2A9222D3-162B-064C-8606-4A3D9DC80D8C}" type="presParOf" srcId="{CC673A88-9299-B24E-8E4C-DE75018F590E}" destId="{442AFDD1-B7E8-CC49-877D-15E00BB03E96}" srcOrd="0" destOrd="0" presId="urn:microsoft.com/office/officeart/2016/7/layout/BasicLinearProcessNumbered"/>
    <dgm:cxn modelId="{6444E921-D7DF-3247-9B47-F6BF65AA6A53}" type="presParOf" srcId="{CC673A88-9299-B24E-8E4C-DE75018F590E}" destId="{B658880F-6F57-CD4A-8D17-A312F11423AA}" srcOrd="1" destOrd="0" presId="urn:microsoft.com/office/officeart/2016/7/layout/BasicLinearProcessNumbered"/>
    <dgm:cxn modelId="{1D03EAAD-56AC-B34A-8D74-1C5FEB656975}" type="presParOf" srcId="{CC673A88-9299-B24E-8E4C-DE75018F590E}" destId="{E734A8B3-7838-BD47-B8E5-13FD51866847}" srcOrd="2" destOrd="0" presId="urn:microsoft.com/office/officeart/2016/7/layout/BasicLinearProcessNumbered"/>
    <dgm:cxn modelId="{427D7AF4-345C-294B-AE4A-F6C09877D2C3}" type="presParOf" srcId="{CC673A88-9299-B24E-8E4C-DE75018F590E}" destId="{F342DCF1-AFA0-534B-9390-4DABCD992321}" srcOrd="3" destOrd="0" presId="urn:microsoft.com/office/officeart/2016/7/layout/BasicLinearProcessNumbered"/>
    <dgm:cxn modelId="{98077C1E-1D0E-4F4B-A8A6-54403BFF5EAC}" type="presParOf" srcId="{5E950260-700C-0E43-84A1-DE2FAF5E83C5}" destId="{20506000-3BCD-A64F-B79C-B65A5EB8B29B}" srcOrd="1" destOrd="0" presId="urn:microsoft.com/office/officeart/2016/7/layout/BasicLinearProcessNumbered"/>
    <dgm:cxn modelId="{296FAB0A-0396-9544-8BC7-202DC1E274D6}" type="presParOf" srcId="{5E950260-700C-0E43-84A1-DE2FAF5E83C5}" destId="{23592595-B638-F14C-B375-F8FEA2ACC11B}" srcOrd="2" destOrd="0" presId="urn:microsoft.com/office/officeart/2016/7/layout/BasicLinearProcessNumbered"/>
    <dgm:cxn modelId="{D4DCF7DA-087A-7845-B160-1AE039A05EEC}" type="presParOf" srcId="{23592595-B638-F14C-B375-F8FEA2ACC11B}" destId="{3714A999-EA48-8A47-933F-7B916AB087A3}" srcOrd="0" destOrd="0" presId="urn:microsoft.com/office/officeart/2016/7/layout/BasicLinearProcessNumbered"/>
    <dgm:cxn modelId="{F47C22C4-3DB4-5449-A0EB-8642D121127B}" type="presParOf" srcId="{23592595-B638-F14C-B375-F8FEA2ACC11B}" destId="{4A29635F-38AB-2244-9F95-E24E4A6E0531}" srcOrd="1" destOrd="0" presId="urn:microsoft.com/office/officeart/2016/7/layout/BasicLinearProcessNumbered"/>
    <dgm:cxn modelId="{187D66F9-B1DE-D44E-87EA-8B0530987DB1}" type="presParOf" srcId="{23592595-B638-F14C-B375-F8FEA2ACC11B}" destId="{5750CFC6-F23D-8C47-9662-C3284444B9CD}" srcOrd="2" destOrd="0" presId="urn:microsoft.com/office/officeart/2016/7/layout/BasicLinearProcessNumbered"/>
    <dgm:cxn modelId="{9415F205-5AB6-3242-AFFB-E83F25A03880}" type="presParOf" srcId="{23592595-B638-F14C-B375-F8FEA2ACC11B}" destId="{8943CA2D-730A-0C4C-AF59-150FB5200510}" srcOrd="3" destOrd="0" presId="urn:microsoft.com/office/officeart/2016/7/layout/BasicLinearProcessNumbered"/>
    <dgm:cxn modelId="{ACCB4DF9-79D1-3A4B-90AD-6A3F07585BFE}" type="presParOf" srcId="{5E950260-700C-0E43-84A1-DE2FAF5E83C5}" destId="{7ACBE9D4-9E71-644F-A065-96E5FCCA395D}" srcOrd="3" destOrd="0" presId="urn:microsoft.com/office/officeart/2016/7/layout/BasicLinearProcessNumbered"/>
    <dgm:cxn modelId="{C66F67EC-E3FD-1D41-BE86-2B782497FC51}" type="presParOf" srcId="{5E950260-700C-0E43-84A1-DE2FAF5E83C5}" destId="{96CA117C-5624-C14A-8D84-42B7B1C68410}" srcOrd="4" destOrd="0" presId="urn:microsoft.com/office/officeart/2016/7/layout/BasicLinearProcessNumbered"/>
    <dgm:cxn modelId="{5387E6CB-CD08-0E4A-BA38-7EF546559201}" type="presParOf" srcId="{96CA117C-5624-C14A-8D84-42B7B1C68410}" destId="{2BE7EE18-C60F-E64B-816D-A6BBBF1DE421}" srcOrd="0" destOrd="0" presId="urn:microsoft.com/office/officeart/2016/7/layout/BasicLinearProcessNumbered"/>
    <dgm:cxn modelId="{7ACEBC88-0958-AE48-9945-B1A152272823}" type="presParOf" srcId="{96CA117C-5624-C14A-8D84-42B7B1C68410}" destId="{EA750FEF-084F-CD4F-BA5E-2AB57CBF5FFD}" srcOrd="1" destOrd="0" presId="urn:microsoft.com/office/officeart/2016/7/layout/BasicLinearProcessNumbered"/>
    <dgm:cxn modelId="{490B627B-CD39-C14C-8745-C2FE5172CF8F}" type="presParOf" srcId="{96CA117C-5624-C14A-8D84-42B7B1C68410}" destId="{25C07746-1B2A-F24D-81B3-B1FB065EBB9F}" srcOrd="2" destOrd="0" presId="urn:microsoft.com/office/officeart/2016/7/layout/BasicLinearProcessNumbered"/>
    <dgm:cxn modelId="{9CD2DCE1-FDC1-DC44-A1A5-F40D8082002F}" type="presParOf" srcId="{96CA117C-5624-C14A-8D84-42B7B1C68410}" destId="{B6326DF7-1D13-ED40-BF4F-A6E7C055F8F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F6F56F-7480-40FD-A35D-30709643502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5CF5BFD-9A3D-42CB-B50F-47F18C8CE798}">
      <dgm:prSet/>
      <dgm:spPr/>
      <dgm:t>
        <a:bodyPr/>
        <a:lstStyle/>
        <a:p>
          <a:r>
            <a:rPr lang="en-US" dirty="0"/>
            <a:t>I used two datasets: one from Kaggle and one from Mendeley.</a:t>
          </a:r>
        </a:p>
      </dgm:t>
    </dgm:pt>
    <dgm:pt modelId="{51BFDF70-73CA-40EA-B7DE-E8C34CF74CC8}" type="parTrans" cxnId="{F98BE227-8A4B-4A67-9CDB-911A922721EB}">
      <dgm:prSet/>
      <dgm:spPr/>
      <dgm:t>
        <a:bodyPr/>
        <a:lstStyle/>
        <a:p>
          <a:endParaRPr lang="en-US"/>
        </a:p>
      </dgm:t>
    </dgm:pt>
    <dgm:pt modelId="{2A4F96AD-654C-4A6C-AF7E-3001DA708E2A}" type="sibTrans" cxnId="{F98BE227-8A4B-4A67-9CDB-911A922721EB}">
      <dgm:prSet/>
      <dgm:spPr/>
      <dgm:t>
        <a:bodyPr/>
        <a:lstStyle/>
        <a:p>
          <a:endParaRPr lang="en-US"/>
        </a:p>
      </dgm:t>
    </dgm:pt>
    <dgm:pt modelId="{61B6888B-CAFF-4582-ADA2-10D2069D02F6}">
      <dgm:prSet/>
      <dgm:spPr/>
      <dgm:t>
        <a:bodyPr/>
        <a:lstStyle/>
        <a:p>
          <a:r>
            <a:rPr lang="en-US" dirty="0"/>
            <a:t>Both datasets include different types of heart sounds in WAV format </a:t>
          </a:r>
          <a:r>
            <a:rPr lang="en-US" dirty="0" err="1"/>
            <a:t>upto</a:t>
          </a:r>
          <a:r>
            <a:rPr lang="en-US" dirty="0"/>
            <a:t> 400 Audio files.</a:t>
          </a:r>
        </a:p>
      </dgm:t>
    </dgm:pt>
    <dgm:pt modelId="{9A2BE122-B631-4245-AC55-FE8101C77038}" type="parTrans" cxnId="{ED7C149B-4B10-4596-B22B-9806568FF995}">
      <dgm:prSet/>
      <dgm:spPr/>
      <dgm:t>
        <a:bodyPr/>
        <a:lstStyle/>
        <a:p>
          <a:endParaRPr lang="en-US"/>
        </a:p>
      </dgm:t>
    </dgm:pt>
    <dgm:pt modelId="{1E62E4DC-99BE-4056-B3AE-0D4DB458B216}" type="sibTrans" cxnId="{ED7C149B-4B10-4596-B22B-9806568FF995}">
      <dgm:prSet/>
      <dgm:spPr/>
      <dgm:t>
        <a:bodyPr/>
        <a:lstStyle/>
        <a:p>
          <a:endParaRPr lang="en-US"/>
        </a:p>
      </dgm:t>
    </dgm:pt>
    <dgm:pt modelId="{982F0852-C95F-48BA-B16A-B927E1E0983B}">
      <dgm:prSet/>
      <dgm:spPr/>
      <dgm:t>
        <a:bodyPr/>
        <a:lstStyle/>
        <a:p>
          <a:r>
            <a:rPr lang="en-US" dirty="0"/>
            <a:t>They contain normal, murmur, extrasystole, and noisy recordings. </a:t>
          </a:r>
        </a:p>
      </dgm:t>
    </dgm:pt>
    <dgm:pt modelId="{10B76B54-53C7-4FD9-AC86-B488D1050133}" type="parTrans" cxnId="{0FF668DC-6299-4BC2-917A-CC0B8C4F1E7D}">
      <dgm:prSet/>
      <dgm:spPr/>
      <dgm:t>
        <a:bodyPr/>
        <a:lstStyle/>
        <a:p>
          <a:endParaRPr lang="en-US"/>
        </a:p>
      </dgm:t>
    </dgm:pt>
    <dgm:pt modelId="{61B08D5B-4C13-40C5-842C-F2CCECADC94D}" type="sibTrans" cxnId="{0FF668DC-6299-4BC2-917A-CC0B8C4F1E7D}">
      <dgm:prSet/>
      <dgm:spPr/>
      <dgm:t>
        <a:bodyPr/>
        <a:lstStyle/>
        <a:p>
          <a:endParaRPr lang="en-US"/>
        </a:p>
      </dgm:t>
    </dgm:pt>
    <dgm:pt modelId="{7299A83D-3166-4841-B7D0-F911EC934B09}" type="pres">
      <dgm:prSet presAssocID="{B0F6F56F-7480-40FD-A35D-307096435027}" presName="root" presStyleCnt="0">
        <dgm:presLayoutVars>
          <dgm:dir/>
          <dgm:resizeHandles val="exact"/>
        </dgm:presLayoutVars>
      </dgm:prSet>
      <dgm:spPr/>
    </dgm:pt>
    <dgm:pt modelId="{5FFEEB83-3166-41D4-ACDD-54AC8AB90901}" type="pres">
      <dgm:prSet presAssocID="{65CF5BFD-9A3D-42CB-B50F-47F18C8CE798}" presName="compNode" presStyleCnt="0"/>
      <dgm:spPr/>
    </dgm:pt>
    <dgm:pt modelId="{AA9901FE-8F65-42CE-8789-039325EA95C1}" type="pres">
      <dgm:prSet presAssocID="{65CF5BFD-9A3D-42CB-B50F-47F18C8CE798}" presName="bgRect" presStyleLbl="bgShp" presStyleIdx="0" presStyleCnt="3"/>
      <dgm:spPr/>
    </dgm:pt>
    <dgm:pt modelId="{96F0FA12-47AA-480F-8616-6DE711F5AF59}" type="pres">
      <dgm:prSet presAssocID="{65CF5BFD-9A3D-42CB-B50F-47F18C8CE79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F41F3F2-ED29-4B94-B1CF-F7ED5A3E257E}" type="pres">
      <dgm:prSet presAssocID="{65CF5BFD-9A3D-42CB-B50F-47F18C8CE798}" presName="spaceRect" presStyleCnt="0"/>
      <dgm:spPr/>
    </dgm:pt>
    <dgm:pt modelId="{ED32192F-DB64-47FB-A8B4-943D7C87B53B}" type="pres">
      <dgm:prSet presAssocID="{65CF5BFD-9A3D-42CB-B50F-47F18C8CE798}" presName="parTx" presStyleLbl="revTx" presStyleIdx="0" presStyleCnt="3">
        <dgm:presLayoutVars>
          <dgm:chMax val="0"/>
          <dgm:chPref val="0"/>
        </dgm:presLayoutVars>
      </dgm:prSet>
      <dgm:spPr/>
    </dgm:pt>
    <dgm:pt modelId="{05B51B05-D837-44CB-8041-BAC1563F21E5}" type="pres">
      <dgm:prSet presAssocID="{2A4F96AD-654C-4A6C-AF7E-3001DA708E2A}" presName="sibTrans" presStyleCnt="0"/>
      <dgm:spPr/>
    </dgm:pt>
    <dgm:pt modelId="{ABFCC8C5-A506-413E-A95F-6C625961C303}" type="pres">
      <dgm:prSet presAssocID="{61B6888B-CAFF-4582-ADA2-10D2069D02F6}" presName="compNode" presStyleCnt="0"/>
      <dgm:spPr/>
    </dgm:pt>
    <dgm:pt modelId="{80FCE4CB-FC18-4B4A-ADC7-E9B1B9520D8F}" type="pres">
      <dgm:prSet presAssocID="{61B6888B-CAFF-4582-ADA2-10D2069D02F6}" presName="bgRect" presStyleLbl="bgShp" presStyleIdx="1" presStyleCnt="3"/>
      <dgm:spPr/>
    </dgm:pt>
    <dgm:pt modelId="{451FDC42-BB94-4C8C-A0C0-FD54F1187990}" type="pres">
      <dgm:prSet presAssocID="{61B6888B-CAFF-4582-ADA2-10D2069D02F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30278789-7CE7-4E49-9C79-387E07B58FF1}" type="pres">
      <dgm:prSet presAssocID="{61B6888B-CAFF-4582-ADA2-10D2069D02F6}" presName="spaceRect" presStyleCnt="0"/>
      <dgm:spPr/>
    </dgm:pt>
    <dgm:pt modelId="{96A0E612-9DDD-4538-B116-D7EDA31498DD}" type="pres">
      <dgm:prSet presAssocID="{61B6888B-CAFF-4582-ADA2-10D2069D02F6}" presName="parTx" presStyleLbl="revTx" presStyleIdx="1" presStyleCnt="3">
        <dgm:presLayoutVars>
          <dgm:chMax val="0"/>
          <dgm:chPref val="0"/>
        </dgm:presLayoutVars>
      </dgm:prSet>
      <dgm:spPr/>
    </dgm:pt>
    <dgm:pt modelId="{15DF651E-DDF9-47A7-A6E1-792B426F66FF}" type="pres">
      <dgm:prSet presAssocID="{1E62E4DC-99BE-4056-B3AE-0D4DB458B216}" presName="sibTrans" presStyleCnt="0"/>
      <dgm:spPr/>
    </dgm:pt>
    <dgm:pt modelId="{25BE160E-C37A-43D6-B3CB-8F316523BA99}" type="pres">
      <dgm:prSet presAssocID="{982F0852-C95F-48BA-B16A-B927E1E0983B}" presName="compNode" presStyleCnt="0"/>
      <dgm:spPr/>
    </dgm:pt>
    <dgm:pt modelId="{0872D600-EADB-44C2-9D88-435CC4759BCE}" type="pres">
      <dgm:prSet presAssocID="{982F0852-C95F-48BA-B16A-B927E1E0983B}" presName="bgRect" presStyleLbl="bgShp" presStyleIdx="2" presStyleCnt="3"/>
      <dgm:spPr/>
    </dgm:pt>
    <dgm:pt modelId="{DDC1AE37-54C7-4DA6-A966-183BDEB71249}" type="pres">
      <dgm:prSet presAssocID="{982F0852-C95F-48BA-B16A-B927E1E0983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256C54F0-069C-4F83-BB17-A3075156C02A}" type="pres">
      <dgm:prSet presAssocID="{982F0852-C95F-48BA-B16A-B927E1E0983B}" presName="spaceRect" presStyleCnt="0"/>
      <dgm:spPr/>
    </dgm:pt>
    <dgm:pt modelId="{6E751CA4-9472-426B-9A8D-C174F00A3CC4}" type="pres">
      <dgm:prSet presAssocID="{982F0852-C95F-48BA-B16A-B927E1E0983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BC85702-128A-4F70-901D-A1AD0996EB8A}" type="presOf" srcId="{B0F6F56F-7480-40FD-A35D-307096435027}" destId="{7299A83D-3166-4841-B7D0-F911EC934B09}" srcOrd="0" destOrd="0" presId="urn:microsoft.com/office/officeart/2018/2/layout/IconVerticalSolidList"/>
    <dgm:cxn modelId="{F98BE227-8A4B-4A67-9CDB-911A922721EB}" srcId="{B0F6F56F-7480-40FD-A35D-307096435027}" destId="{65CF5BFD-9A3D-42CB-B50F-47F18C8CE798}" srcOrd="0" destOrd="0" parTransId="{51BFDF70-73CA-40EA-B7DE-E8C34CF74CC8}" sibTransId="{2A4F96AD-654C-4A6C-AF7E-3001DA708E2A}"/>
    <dgm:cxn modelId="{DF0E3D94-9678-447F-9015-F4FB3490209F}" type="presOf" srcId="{61B6888B-CAFF-4582-ADA2-10D2069D02F6}" destId="{96A0E612-9DDD-4538-B116-D7EDA31498DD}" srcOrd="0" destOrd="0" presId="urn:microsoft.com/office/officeart/2018/2/layout/IconVerticalSolidList"/>
    <dgm:cxn modelId="{B350BD99-4802-45AB-B5A5-32CEE99C65D1}" type="presOf" srcId="{65CF5BFD-9A3D-42CB-B50F-47F18C8CE798}" destId="{ED32192F-DB64-47FB-A8B4-943D7C87B53B}" srcOrd="0" destOrd="0" presId="urn:microsoft.com/office/officeart/2018/2/layout/IconVerticalSolidList"/>
    <dgm:cxn modelId="{ED7C149B-4B10-4596-B22B-9806568FF995}" srcId="{B0F6F56F-7480-40FD-A35D-307096435027}" destId="{61B6888B-CAFF-4582-ADA2-10D2069D02F6}" srcOrd="1" destOrd="0" parTransId="{9A2BE122-B631-4245-AC55-FE8101C77038}" sibTransId="{1E62E4DC-99BE-4056-B3AE-0D4DB458B216}"/>
    <dgm:cxn modelId="{8165A5CE-0A62-46EB-9568-41121E97EAA4}" type="presOf" srcId="{982F0852-C95F-48BA-B16A-B927E1E0983B}" destId="{6E751CA4-9472-426B-9A8D-C174F00A3CC4}" srcOrd="0" destOrd="0" presId="urn:microsoft.com/office/officeart/2018/2/layout/IconVerticalSolidList"/>
    <dgm:cxn modelId="{0FF668DC-6299-4BC2-917A-CC0B8C4F1E7D}" srcId="{B0F6F56F-7480-40FD-A35D-307096435027}" destId="{982F0852-C95F-48BA-B16A-B927E1E0983B}" srcOrd="2" destOrd="0" parTransId="{10B76B54-53C7-4FD9-AC86-B488D1050133}" sibTransId="{61B08D5B-4C13-40C5-842C-F2CCECADC94D}"/>
    <dgm:cxn modelId="{69E6E70E-DE99-44A1-B3C3-F942E026F5D3}" type="presParOf" srcId="{7299A83D-3166-4841-B7D0-F911EC934B09}" destId="{5FFEEB83-3166-41D4-ACDD-54AC8AB90901}" srcOrd="0" destOrd="0" presId="urn:microsoft.com/office/officeart/2018/2/layout/IconVerticalSolidList"/>
    <dgm:cxn modelId="{B2180230-B840-4BD9-BBC1-07761F4C15D4}" type="presParOf" srcId="{5FFEEB83-3166-41D4-ACDD-54AC8AB90901}" destId="{AA9901FE-8F65-42CE-8789-039325EA95C1}" srcOrd="0" destOrd="0" presId="urn:microsoft.com/office/officeart/2018/2/layout/IconVerticalSolidList"/>
    <dgm:cxn modelId="{9A1D1663-081B-4B4D-83B5-93A4AB70FC67}" type="presParOf" srcId="{5FFEEB83-3166-41D4-ACDD-54AC8AB90901}" destId="{96F0FA12-47AA-480F-8616-6DE711F5AF59}" srcOrd="1" destOrd="0" presId="urn:microsoft.com/office/officeart/2018/2/layout/IconVerticalSolidList"/>
    <dgm:cxn modelId="{42BD6F06-F797-4BE3-A1D4-AF8E0417B3BE}" type="presParOf" srcId="{5FFEEB83-3166-41D4-ACDD-54AC8AB90901}" destId="{2F41F3F2-ED29-4B94-B1CF-F7ED5A3E257E}" srcOrd="2" destOrd="0" presId="urn:microsoft.com/office/officeart/2018/2/layout/IconVerticalSolidList"/>
    <dgm:cxn modelId="{9DFEB754-562B-45DA-B062-2F1400384CFF}" type="presParOf" srcId="{5FFEEB83-3166-41D4-ACDD-54AC8AB90901}" destId="{ED32192F-DB64-47FB-A8B4-943D7C87B53B}" srcOrd="3" destOrd="0" presId="urn:microsoft.com/office/officeart/2018/2/layout/IconVerticalSolidList"/>
    <dgm:cxn modelId="{894FA89F-0F2B-4B2B-ABCF-170511A95888}" type="presParOf" srcId="{7299A83D-3166-4841-B7D0-F911EC934B09}" destId="{05B51B05-D837-44CB-8041-BAC1563F21E5}" srcOrd="1" destOrd="0" presId="urn:microsoft.com/office/officeart/2018/2/layout/IconVerticalSolidList"/>
    <dgm:cxn modelId="{4D83C84D-BF19-4406-8AF1-268F0F0EB62B}" type="presParOf" srcId="{7299A83D-3166-4841-B7D0-F911EC934B09}" destId="{ABFCC8C5-A506-413E-A95F-6C625961C303}" srcOrd="2" destOrd="0" presId="urn:microsoft.com/office/officeart/2018/2/layout/IconVerticalSolidList"/>
    <dgm:cxn modelId="{A34721D1-FC7F-4A6E-B766-33B69237F336}" type="presParOf" srcId="{ABFCC8C5-A506-413E-A95F-6C625961C303}" destId="{80FCE4CB-FC18-4B4A-ADC7-E9B1B9520D8F}" srcOrd="0" destOrd="0" presId="urn:microsoft.com/office/officeart/2018/2/layout/IconVerticalSolidList"/>
    <dgm:cxn modelId="{E8672C01-B5A3-486D-8196-945AC31A2C4A}" type="presParOf" srcId="{ABFCC8C5-A506-413E-A95F-6C625961C303}" destId="{451FDC42-BB94-4C8C-A0C0-FD54F1187990}" srcOrd="1" destOrd="0" presId="urn:microsoft.com/office/officeart/2018/2/layout/IconVerticalSolidList"/>
    <dgm:cxn modelId="{382BD95F-1A80-47C1-891F-671C6E6D6D98}" type="presParOf" srcId="{ABFCC8C5-A506-413E-A95F-6C625961C303}" destId="{30278789-7CE7-4E49-9C79-387E07B58FF1}" srcOrd="2" destOrd="0" presId="urn:microsoft.com/office/officeart/2018/2/layout/IconVerticalSolidList"/>
    <dgm:cxn modelId="{A3E9FD24-6D2F-48ED-BB96-7E8AD18F8743}" type="presParOf" srcId="{ABFCC8C5-A506-413E-A95F-6C625961C303}" destId="{96A0E612-9DDD-4538-B116-D7EDA31498DD}" srcOrd="3" destOrd="0" presId="urn:microsoft.com/office/officeart/2018/2/layout/IconVerticalSolidList"/>
    <dgm:cxn modelId="{C4A088CB-C627-4EE2-84E7-0C89B3E4B380}" type="presParOf" srcId="{7299A83D-3166-4841-B7D0-F911EC934B09}" destId="{15DF651E-DDF9-47A7-A6E1-792B426F66FF}" srcOrd="3" destOrd="0" presId="urn:microsoft.com/office/officeart/2018/2/layout/IconVerticalSolidList"/>
    <dgm:cxn modelId="{B3FD8A0A-BFF3-4F1B-93B8-61AB221D3FDA}" type="presParOf" srcId="{7299A83D-3166-4841-B7D0-F911EC934B09}" destId="{25BE160E-C37A-43D6-B3CB-8F316523BA99}" srcOrd="4" destOrd="0" presId="urn:microsoft.com/office/officeart/2018/2/layout/IconVerticalSolidList"/>
    <dgm:cxn modelId="{96E11550-C914-468E-B9C6-CF0A78F12539}" type="presParOf" srcId="{25BE160E-C37A-43D6-B3CB-8F316523BA99}" destId="{0872D600-EADB-44C2-9D88-435CC4759BCE}" srcOrd="0" destOrd="0" presId="urn:microsoft.com/office/officeart/2018/2/layout/IconVerticalSolidList"/>
    <dgm:cxn modelId="{708D7267-5C4E-44F5-9BEA-D984C789722E}" type="presParOf" srcId="{25BE160E-C37A-43D6-B3CB-8F316523BA99}" destId="{DDC1AE37-54C7-4DA6-A966-183BDEB71249}" srcOrd="1" destOrd="0" presId="urn:microsoft.com/office/officeart/2018/2/layout/IconVerticalSolidList"/>
    <dgm:cxn modelId="{E9328801-592C-4069-8530-A7E283065727}" type="presParOf" srcId="{25BE160E-C37A-43D6-B3CB-8F316523BA99}" destId="{256C54F0-069C-4F83-BB17-A3075156C02A}" srcOrd="2" destOrd="0" presId="urn:microsoft.com/office/officeart/2018/2/layout/IconVerticalSolidList"/>
    <dgm:cxn modelId="{E95166E5-DC5A-47A9-9505-3B00B8C21A91}" type="presParOf" srcId="{25BE160E-C37A-43D6-B3CB-8F316523BA99}" destId="{6E751CA4-9472-426B-9A8D-C174F00A3C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92496B8-B9C0-4A97-8DC2-C2FDDE66C8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3F36AAD-74FA-4AD4-A0F5-EF59FF883661}">
      <dgm:prSet/>
      <dgm:spPr/>
      <dgm:t>
        <a:bodyPr/>
        <a:lstStyle/>
        <a:p>
          <a:r>
            <a:rPr lang="en-US"/>
            <a:t>I cleaned and trimmed audio to a fixed duration.</a:t>
          </a:r>
        </a:p>
      </dgm:t>
    </dgm:pt>
    <dgm:pt modelId="{A4F1F421-F513-4442-8CF0-4047B3739BAF}" type="parTrans" cxnId="{DBFAB73F-DF7D-4C2D-8620-4F343BDB6F1D}">
      <dgm:prSet/>
      <dgm:spPr/>
      <dgm:t>
        <a:bodyPr/>
        <a:lstStyle/>
        <a:p>
          <a:endParaRPr lang="en-US"/>
        </a:p>
      </dgm:t>
    </dgm:pt>
    <dgm:pt modelId="{C379AF1C-F5AD-4DC1-9A5B-0B82E89BBB41}" type="sibTrans" cxnId="{DBFAB73F-DF7D-4C2D-8620-4F343BDB6F1D}">
      <dgm:prSet/>
      <dgm:spPr/>
      <dgm:t>
        <a:bodyPr/>
        <a:lstStyle/>
        <a:p>
          <a:endParaRPr lang="en-US"/>
        </a:p>
      </dgm:t>
    </dgm:pt>
    <dgm:pt modelId="{A7B7239C-9363-44C9-B827-F8E28A8687E8}">
      <dgm:prSet/>
      <dgm:spPr/>
      <dgm:t>
        <a:bodyPr/>
        <a:lstStyle/>
        <a:p>
          <a:r>
            <a:rPr lang="en-US"/>
            <a:t>Converted each recording into a Mel‑Spectrogram.</a:t>
          </a:r>
        </a:p>
      </dgm:t>
    </dgm:pt>
    <dgm:pt modelId="{87346266-5AF1-489B-8441-8DE2275036A9}" type="parTrans" cxnId="{CAE2D9A1-9CCF-48F9-AA2E-728C5F28EC7E}">
      <dgm:prSet/>
      <dgm:spPr/>
      <dgm:t>
        <a:bodyPr/>
        <a:lstStyle/>
        <a:p>
          <a:endParaRPr lang="en-US"/>
        </a:p>
      </dgm:t>
    </dgm:pt>
    <dgm:pt modelId="{A2A7218A-DC78-4179-9253-334DC9A0D074}" type="sibTrans" cxnId="{CAE2D9A1-9CCF-48F9-AA2E-728C5F28EC7E}">
      <dgm:prSet/>
      <dgm:spPr/>
      <dgm:t>
        <a:bodyPr/>
        <a:lstStyle/>
        <a:p>
          <a:endParaRPr lang="en-US"/>
        </a:p>
      </dgm:t>
    </dgm:pt>
    <dgm:pt modelId="{63C8A14B-5B30-470B-B0C8-95C28DEE50B0}">
      <dgm:prSet/>
      <dgm:spPr/>
      <dgm:t>
        <a:bodyPr/>
        <a:lstStyle/>
        <a:p>
          <a:r>
            <a:rPr lang="en-US"/>
            <a:t>This creates an image-like form that the model can learn from.</a:t>
          </a:r>
        </a:p>
      </dgm:t>
    </dgm:pt>
    <dgm:pt modelId="{3297F458-45D3-4CC8-8618-74E7CC935613}" type="parTrans" cxnId="{8E286E43-283D-4FDD-B46E-0CBA7BA326FC}">
      <dgm:prSet/>
      <dgm:spPr/>
      <dgm:t>
        <a:bodyPr/>
        <a:lstStyle/>
        <a:p>
          <a:endParaRPr lang="en-US"/>
        </a:p>
      </dgm:t>
    </dgm:pt>
    <dgm:pt modelId="{3D9EAE1B-6E48-4DB9-A094-EEA62238F260}" type="sibTrans" cxnId="{8E286E43-283D-4FDD-B46E-0CBA7BA326FC}">
      <dgm:prSet/>
      <dgm:spPr/>
      <dgm:t>
        <a:bodyPr/>
        <a:lstStyle/>
        <a:p>
          <a:endParaRPr lang="en-US"/>
        </a:p>
      </dgm:t>
    </dgm:pt>
    <dgm:pt modelId="{50AF1001-5B83-44CE-B10F-05C9AD22ED64}" type="pres">
      <dgm:prSet presAssocID="{092496B8-B9C0-4A97-8DC2-C2FDDE66C829}" presName="root" presStyleCnt="0">
        <dgm:presLayoutVars>
          <dgm:dir/>
          <dgm:resizeHandles val="exact"/>
        </dgm:presLayoutVars>
      </dgm:prSet>
      <dgm:spPr/>
    </dgm:pt>
    <dgm:pt modelId="{2D6D2793-7EA5-46CB-9562-F514589515F0}" type="pres">
      <dgm:prSet presAssocID="{B3F36AAD-74FA-4AD4-A0F5-EF59FF883661}" presName="compNode" presStyleCnt="0"/>
      <dgm:spPr/>
    </dgm:pt>
    <dgm:pt modelId="{DF4202B8-A666-4769-BEA8-705FA619FEAE}" type="pres">
      <dgm:prSet presAssocID="{B3F36AAD-74FA-4AD4-A0F5-EF59FF883661}" presName="bgRect" presStyleLbl="bgShp" presStyleIdx="0" presStyleCnt="3"/>
      <dgm:spPr/>
    </dgm:pt>
    <dgm:pt modelId="{B48344A7-5E90-4B1B-9DB9-A5C0F964F898}" type="pres">
      <dgm:prSet presAssocID="{B3F36AAD-74FA-4AD4-A0F5-EF59FF88366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b"/>
        </a:ext>
      </dgm:extLst>
    </dgm:pt>
    <dgm:pt modelId="{E056D675-39A1-415A-8837-43B9EAED1ADE}" type="pres">
      <dgm:prSet presAssocID="{B3F36AAD-74FA-4AD4-A0F5-EF59FF883661}" presName="spaceRect" presStyleCnt="0"/>
      <dgm:spPr/>
    </dgm:pt>
    <dgm:pt modelId="{95AD97A1-00EF-4D3E-BFCB-68658CD60F8B}" type="pres">
      <dgm:prSet presAssocID="{B3F36AAD-74FA-4AD4-A0F5-EF59FF883661}" presName="parTx" presStyleLbl="revTx" presStyleIdx="0" presStyleCnt="3">
        <dgm:presLayoutVars>
          <dgm:chMax val="0"/>
          <dgm:chPref val="0"/>
        </dgm:presLayoutVars>
      </dgm:prSet>
      <dgm:spPr/>
    </dgm:pt>
    <dgm:pt modelId="{01C9684E-E931-453C-90FA-B9FB5398C6BB}" type="pres">
      <dgm:prSet presAssocID="{C379AF1C-F5AD-4DC1-9A5B-0B82E89BBB41}" presName="sibTrans" presStyleCnt="0"/>
      <dgm:spPr/>
    </dgm:pt>
    <dgm:pt modelId="{59041F67-C073-44BD-86E9-6E8570E8B58F}" type="pres">
      <dgm:prSet presAssocID="{A7B7239C-9363-44C9-B827-F8E28A8687E8}" presName="compNode" presStyleCnt="0"/>
      <dgm:spPr/>
    </dgm:pt>
    <dgm:pt modelId="{E1D360FE-832C-4807-9587-CFCE1990D43A}" type="pres">
      <dgm:prSet presAssocID="{A7B7239C-9363-44C9-B827-F8E28A8687E8}" presName="bgRect" presStyleLbl="bgShp" presStyleIdx="1" presStyleCnt="3"/>
      <dgm:spPr/>
    </dgm:pt>
    <dgm:pt modelId="{0B7A9775-2517-4E82-AF20-8E8143B3E610}" type="pres">
      <dgm:prSet presAssocID="{A7B7239C-9363-44C9-B827-F8E28A8687E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837D603F-7FCA-48AD-9647-47587E56C910}" type="pres">
      <dgm:prSet presAssocID="{A7B7239C-9363-44C9-B827-F8E28A8687E8}" presName="spaceRect" presStyleCnt="0"/>
      <dgm:spPr/>
    </dgm:pt>
    <dgm:pt modelId="{632145D2-E6B4-47EF-9E16-FB41CAC01666}" type="pres">
      <dgm:prSet presAssocID="{A7B7239C-9363-44C9-B827-F8E28A8687E8}" presName="parTx" presStyleLbl="revTx" presStyleIdx="1" presStyleCnt="3">
        <dgm:presLayoutVars>
          <dgm:chMax val="0"/>
          <dgm:chPref val="0"/>
        </dgm:presLayoutVars>
      </dgm:prSet>
      <dgm:spPr/>
    </dgm:pt>
    <dgm:pt modelId="{1E39462A-7CCA-449E-AF5F-5014D442DD1C}" type="pres">
      <dgm:prSet presAssocID="{A2A7218A-DC78-4179-9253-334DC9A0D074}" presName="sibTrans" presStyleCnt="0"/>
      <dgm:spPr/>
    </dgm:pt>
    <dgm:pt modelId="{88369CC4-BD58-4055-BF97-DAADAD698B53}" type="pres">
      <dgm:prSet presAssocID="{63C8A14B-5B30-470B-B0C8-95C28DEE50B0}" presName="compNode" presStyleCnt="0"/>
      <dgm:spPr/>
    </dgm:pt>
    <dgm:pt modelId="{58E663D4-C3D0-41AB-985E-31763A9DB2EF}" type="pres">
      <dgm:prSet presAssocID="{63C8A14B-5B30-470B-B0C8-95C28DEE50B0}" presName="bgRect" presStyleLbl="bgShp" presStyleIdx="2" presStyleCnt="3"/>
      <dgm:spPr/>
    </dgm:pt>
    <dgm:pt modelId="{16AEBC47-236F-4FA9-B457-4396AA01162D}" type="pres">
      <dgm:prSet presAssocID="{63C8A14B-5B30-470B-B0C8-95C28DEE50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"/>
        </a:ext>
      </dgm:extLst>
    </dgm:pt>
    <dgm:pt modelId="{67913226-B1BF-419C-B136-75EC4A652A71}" type="pres">
      <dgm:prSet presAssocID="{63C8A14B-5B30-470B-B0C8-95C28DEE50B0}" presName="spaceRect" presStyleCnt="0"/>
      <dgm:spPr/>
    </dgm:pt>
    <dgm:pt modelId="{4F3D6B5D-706D-4865-B08D-28C9466A5F9C}" type="pres">
      <dgm:prSet presAssocID="{63C8A14B-5B30-470B-B0C8-95C28DEE50B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BFAB73F-DF7D-4C2D-8620-4F343BDB6F1D}" srcId="{092496B8-B9C0-4A97-8DC2-C2FDDE66C829}" destId="{B3F36AAD-74FA-4AD4-A0F5-EF59FF883661}" srcOrd="0" destOrd="0" parTransId="{A4F1F421-F513-4442-8CF0-4047B3739BAF}" sibTransId="{C379AF1C-F5AD-4DC1-9A5B-0B82E89BBB41}"/>
    <dgm:cxn modelId="{8E286E43-283D-4FDD-B46E-0CBA7BA326FC}" srcId="{092496B8-B9C0-4A97-8DC2-C2FDDE66C829}" destId="{63C8A14B-5B30-470B-B0C8-95C28DEE50B0}" srcOrd="2" destOrd="0" parTransId="{3297F458-45D3-4CC8-8618-74E7CC935613}" sibTransId="{3D9EAE1B-6E48-4DB9-A094-EEA62238F260}"/>
    <dgm:cxn modelId="{CAE2D9A1-9CCF-48F9-AA2E-728C5F28EC7E}" srcId="{092496B8-B9C0-4A97-8DC2-C2FDDE66C829}" destId="{A7B7239C-9363-44C9-B827-F8E28A8687E8}" srcOrd="1" destOrd="0" parTransId="{87346266-5AF1-489B-8441-8DE2275036A9}" sibTransId="{A2A7218A-DC78-4179-9253-334DC9A0D074}"/>
    <dgm:cxn modelId="{A56FFEA8-37A6-40CD-884E-5B6E386E6EC0}" type="presOf" srcId="{B3F36AAD-74FA-4AD4-A0F5-EF59FF883661}" destId="{95AD97A1-00EF-4D3E-BFCB-68658CD60F8B}" srcOrd="0" destOrd="0" presId="urn:microsoft.com/office/officeart/2018/2/layout/IconVerticalSolidList"/>
    <dgm:cxn modelId="{8270AAC1-7EAB-4A6C-8A94-E6773C137A8F}" type="presOf" srcId="{63C8A14B-5B30-470B-B0C8-95C28DEE50B0}" destId="{4F3D6B5D-706D-4865-B08D-28C9466A5F9C}" srcOrd="0" destOrd="0" presId="urn:microsoft.com/office/officeart/2018/2/layout/IconVerticalSolidList"/>
    <dgm:cxn modelId="{FA1A2ACD-A05F-4DB3-A959-17FF4B25A049}" type="presOf" srcId="{092496B8-B9C0-4A97-8DC2-C2FDDE66C829}" destId="{50AF1001-5B83-44CE-B10F-05C9AD22ED64}" srcOrd="0" destOrd="0" presId="urn:microsoft.com/office/officeart/2018/2/layout/IconVerticalSolidList"/>
    <dgm:cxn modelId="{DDC5A1F7-6BAC-4FA9-9D5C-92331960D677}" type="presOf" srcId="{A7B7239C-9363-44C9-B827-F8E28A8687E8}" destId="{632145D2-E6B4-47EF-9E16-FB41CAC01666}" srcOrd="0" destOrd="0" presId="urn:microsoft.com/office/officeart/2018/2/layout/IconVerticalSolidList"/>
    <dgm:cxn modelId="{6662907D-ADAE-48CB-B5EA-92C0177DA903}" type="presParOf" srcId="{50AF1001-5B83-44CE-B10F-05C9AD22ED64}" destId="{2D6D2793-7EA5-46CB-9562-F514589515F0}" srcOrd="0" destOrd="0" presId="urn:microsoft.com/office/officeart/2018/2/layout/IconVerticalSolidList"/>
    <dgm:cxn modelId="{E455BF0C-C8B5-4A5F-B3BB-8241267F6F3C}" type="presParOf" srcId="{2D6D2793-7EA5-46CB-9562-F514589515F0}" destId="{DF4202B8-A666-4769-BEA8-705FA619FEAE}" srcOrd="0" destOrd="0" presId="urn:microsoft.com/office/officeart/2018/2/layout/IconVerticalSolidList"/>
    <dgm:cxn modelId="{9E212828-18CE-4DD6-9671-3083E5BBA66F}" type="presParOf" srcId="{2D6D2793-7EA5-46CB-9562-F514589515F0}" destId="{B48344A7-5E90-4B1B-9DB9-A5C0F964F898}" srcOrd="1" destOrd="0" presId="urn:microsoft.com/office/officeart/2018/2/layout/IconVerticalSolidList"/>
    <dgm:cxn modelId="{AA03ACA2-91FC-4E76-830C-DD7ADEF4C507}" type="presParOf" srcId="{2D6D2793-7EA5-46CB-9562-F514589515F0}" destId="{E056D675-39A1-415A-8837-43B9EAED1ADE}" srcOrd="2" destOrd="0" presId="urn:microsoft.com/office/officeart/2018/2/layout/IconVerticalSolidList"/>
    <dgm:cxn modelId="{DCB3B040-0E6E-4CB9-9D5C-213C797CECA1}" type="presParOf" srcId="{2D6D2793-7EA5-46CB-9562-F514589515F0}" destId="{95AD97A1-00EF-4D3E-BFCB-68658CD60F8B}" srcOrd="3" destOrd="0" presId="urn:microsoft.com/office/officeart/2018/2/layout/IconVerticalSolidList"/>
    <dgm:cxn modelId="{B77004FA-EACB-4206-9631-B291E21FA80F}" type="presParOf" srcId="{50AF1001-5B83-44CE-B10F-05C9AD22ED64}" destId="{01C9684E-E931-453C-90FA-B9FB5398C6BB}" srcOrd="1" destOrd="0" presId="urn:microsoft.com/office/officeart/2018/2/layout/IconVerticalSolidList"/>
    <dgm:cxn modelId="{3C421F30-B271-4CCE-B28B-B9FB9C5F9A86}" type="presParOf" srcId="{50AF1001-5B83-44CE-B10F-05C9AD22ED64}" destId="{59041F67-C073-44BD-86E9-6E8570E8B58F}" srcOrd="2" destOrd="0" presId="urn:microsoft.com/office/officeart/2018/2/layout/IconVerticalSolidList"/>
    <dgm:cxn modelId="{2FA82F59-4AD8-4C64-AC0D-40337FBCC56C}" type="presParOf" srcId="{59041F67-C073-44BD-86E9-6E8570E8B58F}" destId="{E1D360FE-832C-4807-9587-CFCE1990D43A}" srcOrd="0" destOrd="0" presId="urn:microsoft.com/office/officeart/2018/2/layout/IconVerticalSolidList"/>
    <dgm:cxn modelId="{456F6DDD-7FCF-40DC-80F6-1BD826A400E3}" type="presParOf" srcId="{59041F67-C073-44BD-86E9-6E8570E8B58F}" destId="{0B7A9775-2517-4E82-AF20-8E8143B3E610}" srcOrd="1" destOrd="0" presId="urn:microsoft.com/office/officeart/2018/2/layout/IconVerticalSolidList"/>
    <dgm:cxn modelId="{DED247A1-B9A6-4836-83D8-CC3C45B1A401}" type="presParOf" srcId="{59041F67-C073-44BD-86E9-6E8570E8B58F}" destId="{837D603F-7FCA-48AD-9647-47587E56C910}" srcOrd="2" destOrd="0" presId="urn:microsoft.com/office/officeart/2018/2/layout/IconVerticalSolidList"/>
    <dgm:cxn modelId="{084EF0A1-4D4A-4FDA-AEA0-00DAA04B9E77}" type="presParOf" srcId="{59041F67-C073-44BD-86E9-6E8570E8B58F}" destId="{632145D2-E6B4-47EF-9E16-FB41CAC01666}" srcOrd="3" destOrd="0" presId="urn:microsoft.com/office/officeart/2018/2/layout/IconVerticalSolidList"/>
    <dgm:cxn modelId="{74183EED-0AD9-4659-A20F-073FAC76A1BB}" type="presParOf" srcId="{50AF1001-5B83-44CE-B10F-05C9AD22ED64}" destId="{1E39462A-7CCA-449E-AF5F-5014D442DD1C}" srcOrd="3" destOrd="0" presId="urn:microsoft.com/office/officeart/2018/2/layout/IconVerticalSolidList"/>
    <dgm:cxn modelId="{6084BB4B-EE57-4612-8416-3D12484E3F7C}" type="presParOf" srcId="{50AF1001-5B83-44CE-B10F-05C9AD22ED64}" destId="{88369CC4-BD58-4055-BF97-DAADAD698B53}" srcOrd="4" destOrd="0" presId="urn:microsoft.com/office/officeart/2018/2/layout/IconVerticalSolidList"/>
    <dgm:cxn modelId="{55849267-6CB9-4EA6-B15E-436CB81097E2}" type="presParOf" srcId="{88369CC4-BD58-4055-BF97-DAADAD698B53}" destId="{58E663D4-C3D0-41AB-985E-31763A9DB2EF}" srcOrd="0" destOrd="0" presId="urn:microsoft.com/office/officeart/2018/2/layout/IconVerticalSolidList"/>
    <dgm:cxn modelId="{43681106-01FE-47B6-8DB3-723DFA1EC31F}" type="presParOf" srcId="{88369CC4-BD58-4055-BF97-DAADAD698B53}" destId="{16AEBC47-236F-4FA9-B457-4396AA01162D}" srcOrd="1" destOrd="0" presId="urn:microsoft.com/office/officeart/2018/2/layout/IconVerticalSolidList"/>
    <dgm:cxn modelId="{3F86F3FD-7425-4F6B-82D5-9DC5BC33B785}" type="presParOf" srcId="{88369CC4-BD58-4055-BF97-DAADAD698B53}" destId="{67913226-B1BF-419C-B136-75EC4A652A71}" srcOrd="2" destOrd="0" presId="urn:microsoft.com/office/officeart/2018/2/layout/IconVerticalSolidList"/>
    <dgm:cxn modelId="{424F1DF3-C83C-447D-925B-D7AE93743FE5}" type="presParOf" srcId="{88369CC4-BD58-4055-BF97-DAADAD698B53}" destId="{4F3D6B5D-706D-4865-B08D-28C9466A5F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009C2D1-0B8F-4824-A88A-5B359F220F0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82CFD54-7126-42B7-9EAC-AA86D2BB95DA}">
      <dgm:prSet/>
      <dgm:spPr/>
      <dgm:t>
        <a:bodyPr/>
        <a:lstStyle/>
        <a:p>
          <a:r>
            <a:rPr lang="en-US"/>
            <a:t>I used a CNN because it works well with image-like inputs.</a:t>
          </a:r>
        </a:p>
      </dgm:t>
    </dgm:pt>
    <dgm:pt modelId="{4A49C39B-E2CC-4286-8478-6467FCFCEF35}" type="parTrans" cxnId="{DE7EA124-2B50-48B3-801B-41F4FA5B6239}">
      <dgm:prSet/>
      <dgm:spPr/>
      <dgm:t>
        <a:bodyPr/>
        <a:lstStyle/>
        <a:p>
          <a:endParaRPr lang="en-US"/>
        </a:p>
      </dgm:t>
    </dgm:pt>
    <dgm:pt modelId="{3D50F2A3-5260-49D9-AEE3-61DEAFF1676E}" type="sibTrans" cxnId="{DE7EA124-2B50-48B3-801B-41F4FA5B6239}">
      <dgm:prSet/>
      <dgm:spPr/>
      <dgm:t>
        <a:bodyPr/>
        <a:lstStyle/>
        <a:p>
          <a:endParaRPr lang="en-US"/>
        </a:p>
      </dgm:t>
    </dgm:pt>
    <dgm:pt modelId="{2203BD6C-38D3-4388-8457-DEB81D80716E}">
      <dgm:prSet/>
      <dgm:spPr/>
      <dgm:t>
        <a:bodyPr/>
        <a:lstStyle/>
        <a:p>
          <a:r>
            <a:rPr lang="en-US"/>
            <a:t>Input: Mel‑Spectrogram of the heart sound.</a:t>
          </a:r>
        </a:p>
      </dgm:t>
    </dgm:pt>
    <dgm:pt modelId="{8256BD6E-AD4B-4346-A91A-A7481268526B}" type="parTrans" cxnId="{BCC0F938-5038-4D42-BB03-86DD4640479D}">
      <dgm:prSet/>
      <dgm:spPr/>
      <dgm:t>
        <a:bodyPr/>
        <a:lstStyle/>
        <a:p>
          <a:endParaRPr lang="en-US"/>
        </a:p>
      </dgm:t>
    </dgm:pt>
    <dgm:pt modelId="{4070DAC4-2747-49CF-8426-44195B82B8E2}" type="sibTrans" cxnId="{BCC0F938-5038-4D42-BB03-86DD4640479D}">
      <dgm:prSet/>
      <dgm:spPr/>
      <dgm:t>
        <a:bodyPr/>
        <a:lstStyle/>
        <a:p>
          <a:endParaRPr lang="en-US"/>
        </a:p>
      </dgm:t>
    </dgm:pt>
    <dgm:pt modelId="{BB53AABE-04D6-4DAE-9957-A99AC8FBEB3B}">
      <dgm:prSet/>
      <dgm:spPr/>
      <dgm:t>
        <a:bodyPr/>
        <a:lstStyle/>
        <a:p>
          <a:r>
            <a:rPr lang="en-US"/>
            <a:t>Output: Predicted heart condition.</a:t>
          </a:r>
        </a:p>
      </dgm:t>
    </dgm:pt>
    <dgm:pt modelId="{3B980E3A-E220-4EC7-8BF3-264BBF0F3244}" type="parTrans" cxnId="{8E05AA6E-1B10-4C61-92CB-ED4F33F6797F}">
      <dgm:prSet/>
      <dgm:spPr/>
      <dgm:t>
        <a:bodyPr/>
        <a:lstStyle/>
        <a:p>
          <a:endParaRPr lang="en-US"/>
        </a:p>
      </dgm:t>
    </dgm:pt>
    <dgm:pt modelId="{F6DC77C0-4DC9-4DEB-B12B-45EB0A884C02}" type="sibTrans" cxnId="{8E05AA6E-1B10-4C61-92CB-ED4F33F6797F}">
      <dgm:prSet/>
      <dgm:spPr/>
      <dgm:t>
        <a:bodyPr/>
        <a:lstStyle/>
        <a:p>
          <a:endParaRPr lang="en-US"/>
        </a:p>
      </dgm:t>
    </dgm:pt>
    <dgm:pt modelId="{67FCC1B5-F76B-4FC7-B344-77C5AAC1059B}" type="pres">
      <dgm:prSet presAssocID="{F009C2D1-0B8F-4824-A88A-5B359F220F0B}" presName="root" presStyleCnt="0">
        <dgm:presLayoutVars>
          <dgm:dir/>
          <dgm:resizeHandles val="exact"/>
        </dgm:presLayoutVars>
      </dgm:prSet>
      <dgm:spPr/>
    </dgm:pt>
    <dgm:pt modelId="{3D601726-ADB5-402C-A7D9-3A77008E82CF}" type="pres">
      <dgm:prSet presAssocID="{D82CFD54-7126-42B7-9EAC-AA86D2BB95DA}" presName="compNode" presStyleCnt="0"/>
      <dgm:spPr/>
    </dgm:pt>
    <dgm:pt modelId="{55CF20BF-AFBF-4902-A950-E4DBF8981180}" type="pres">
      <dgm:prSet presAssocID="{D82CFD54-7126-42B7-9EAC-AA86D2BB95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1C786CE4-69E4-4695-931E-D944C95A9575}" type="pres">
      <dgm:prSet presAssocID="{D82CFD54-7126-42B7-9EAC-AA86D2BB95DA}" presName="spaceRect" presStyleCnt="0"/>
      <dgm:spPr/>
    </dgm:pt>
    <dgm:pt modelId="{C0AC5572-561A-44A1-ADB2-6E6C19D995EC}" type="pres">
      <dgm:prSet presAssocID="{D82CFD54-7126-42B7-9EAC-AA86D2BB95DA}" presName="textRect" presStyleLbl="revTx" presStyleIdx="0" presStyleCnt="3">
        <dgm:presLayoutVars>
          <dgm:chMax val="1"/>
          <dgm:chPref val="1"/>
        </dgm:presLayoutVars>
      </dgm:prSet>
      <dgm:spPr/>
    </dgm:pt>
    <dgm:pt modelId="{499B4B1B-6397-4D50-B110-9EC24976F110}" type="pres">
      <dgm:prSet presAssocID="{3D50F2A3-5260-49D9-AEE3-61DEAFF1676E}" presName="sibTrans" presStyleCnt="0"/>
      <dgm:spPr/>
    </dgm:pt>
    <dgm:pt modelId="{C5D98C64-7DBC-43C3-8902-6E57077CD67F}" type="pres">
      <dgm:prSet presAssocID="{2203BD6C-38D3-4388-8457-DEB81D80716E}" presName="compNode" presStyleCnt="0"/>
      <dgm:spPr/>
    </dgm:pt>
    <dgm:pt modelId="{B7E76493-5747-4D44-B2E9-C4E3D33F16F9}" type="pres">
      <dgm:prSet presAssocID="{2203BD6C-38D3-4388-8457-DEB81D80716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32A38420-EA5C-4B16-838F-D905782F2013}" type="pres">
      <dgm:prSet presAssocID="{2203BD6C-38D3-4388-8457-DEB81D80716E}" presName="spaceRect" presStyleCnt="0"/>
      <dgm:spPr/>
    </dgm:pt>
    <dgm:pt modelId="{409AE7EC-76DF-4673-BA15-4804ADD52A8C}" type="pres">
      <dgm:prSet presAssocID="{2203BD6C-38D3-4388-8457-DEB81D80716E}" presName="textRect" presStyleLbl="revTx" presStyleIdx="1" presStyleCnt="3">
        <dgm:presLayoutVars>
          <dgm:chMax val="1"/>
          <dgm:chPref val="1"/>
        </dgm:presLayoutVars>
      </dgm:prSet>
      <dgm:spPr/>
    </dgm:pt>
    <dgm:pt modelId="{9F70B146-3550-4511-8522-13C2C644B446}" type="pres">
      <dgm:prSet presAssocID="{4070DAC4-2747-49CF-8426-44195B82B8E2}" presName="sibTrans" presStyleCnt="0"/>
      <dgm:spPr/>
    </dgm:pt>
    <dgm:pt modelId="{E2EA3D65-E2FE-4D23-976D-F5A90632A591}" type="pres">
      <dgm:prSet presAssocID="{BB53AABE-04D6-4DAE-9957-A99AC8FBEB3B}" presName="compNode" presStyleCnt="0"/>
      <dgm:spPr/>
    </dgm:pt>
    <dgm:pt modelId="{08A681DB-FA04-4DDB-8829-3BFB5FBEF552}" type="pres">
      <dgm:prSet presAssocID="{BB53AABE-04D6-4DAE-9957-A99AC8FBEB3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5AE8482A-09A8-4BA8-B8DB-31897A8A9C1F}" type="pres">
      <dgm:prSet presAssocID="{BB53AABE-04D6-4DAE-9957-A99AC8FBEB3B}" presName="spaceRect" presStyleCnt="0"/>
      <dgm:spPr/>
    </dgm:pt>
    <dgm:pt modelId="{E7C2FF9B-AD30-4FCA-81D5-142436763158}" type="pres">
      <dgm:prSet presAssocID="{BB53AABE-04D6-4DAE-9957-A99AC8FBEB3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4950E04-EEC2-42BC-A356-A5753B9AC9BC}" type="presOf" srcId="{BB53AABE-04D6-4DAE-9957-A99AC8FBEB3B}" destId="{E7C2FF9B-AD30-4FCA-81D5-142436763158}" srcOrd="0" destOrd="0" presId="urn:microsoft.com/office/officeart/2018/2/layout/IconLabelList"/>
    <dgm:cxn modelId="{DE7EA124-2B50-48B3-801B-41F4FA5B6239}" srcId="{F009C2D1-0B8F-4824-A88A-5B359F220F0B}" destId="{D82CFD54-7126-42B7-9EAC-AA86D2BB95DA}" srcOrd="0" destOrd="0" parTransId="{4A49C39B-E2CC-4286-8478-6467FCFCEF35}" sibTransId="{3D50F2A3-5260-49D9-AEE3-61DEAFF1676E}"/>
    <dgm:cxn modelId="{BCC0F938-5038-4D42-BB03-86DD4640479D}" srcId="{F009C2D1-0B8F-4824-A88A-5B359F220F0B}" destId="{2203BD6C-38D3-4388-8457-DEB81D80716E}" srcOrd="1" destOrd="0" parTransId="{8256BD6E-AD4B-4346-A91A-A7481268526B}" sibTransId="{4070DAC4-2747-49CF-8426-44195B82B8E2}"/>
    <dgm:cxn modelId="{1EF2DD65-BD9F-454D-BE1E-83F09F077BB0}" type="presOf" srcId="{F009C2D1-0B8F-4824-A88A-5B359F220F0B}" destId="{67FCC1B5-F76B-4FC7-B344-77C5AAC1059B}" srcOrd="0" destOrd="0" presId="urn:microsoft.com/office/officeart/2018/2/layout/IconLabelList"/>
    <dgm:cxn modelId="{8E05AA6E-1B10-4C61-92CB-ED4F33F6797F}" srcId="{F009C2D1-0B8F-4824-A88A-5B359F220F0B}" destId="{BB53AABE-04D6-4DAE-9957-A99AC8FBEB3B}" srcOrd="2" destOrd="0" parTransId="{3B980E3A-E220-4EC7-8BF3-264BBF0F3244}" sibTransId="{F6DC77C0-4DC9-4DEB-B12B-45EB0A884C02}"/>
    <dgm:cxn modelId="{3C85A450-EF05-4118-93A8-01861FF9E96A}" type="presOf" srcId="{D82CFD54-7126-42B7-9EAC-AA86D2BB95DA}" destId="{C0AC5572-561A-44A1-ADB2-6E6C19D995EC}" srcOrd="0" destOrd="0" presId="urn:microsoft.com/office/officeart/2018/2/layout/IconLabelList"/>
    <dgm:cxn modelId="{25C5A7CF-8416-474F-AC42-F31BAC608396}" type="presOf" srcId="{2203BD6C-38D3-4388-8457-DEB81D80716E}" destId="{409AE7EC-76DF-4673-BA15-4804ADD52A8C}" srcOrd="0" destOrd="0" presId="urn:microsoft.com/office/officeart/2018/2/layout/IconLabelList"/>
    <dgm:cxn modelId="{052229FD-00DC-4A2A-84D3-BD15E5474D39}" type="presParOf" srcId="{67FCC1B5-F76B-4FC7-B344-77C5AAC1059B}" destId="{3D601726-ADB5-402C-A7D9-3A77008E82CF}" srcOrd="0" destOrd="0" presId="urn:microsoft.com/office/officeart/2018/2/layout/IconLabelList"/>
    <dgm:cxn modelId="{FAA63D78-E7C0-4413-9BF9-DD0F14927833}" type="presParOf" srcId="{3D601726-ADB5-402C-A7D9-3A77008E82CF}" destId="{55CF20BF-AFBF-4902-A950-E4DBF8981180}" srcOrd="0" destOrd="0" presId="urn:microsoft.com/office/officeart/2018/2/layout/IconLabelList"/>
    <dgm:cxn modelId="{810A72AA-48AE-4068-BBE3-529A941555FE}" type="presParOf" srcId="{3D601726-ADB5-402C-A7D9-3A77008E82CF}" destId="{1C786CE4-69E4-4695-931E-D944C95A9575}" srcOrd="1" destOrd="0" presId="urn:microsoft.com/office/officeart/2018/2/layout/IconLabelList"/>
    <dgm:cxn modelId="{6514C3DE-D264-4185-83F0-8C551D380282}" type="presParOf" srcId="{3D601726-ADB5-402C-A7D9-3A77008E82CF}" destId="{C0AC5572-561A-44A1-ADB2-6E6C19D995EC}" srcOrd="2" destOrd="0" presId="urn:microsoft.com/office/officeart/2018/2/layout/IconLabelList"/>
    <dgm:cxn modelId="{157EB1DA-407D-4D9D-B932-2C85A493F21E}" type="presParOf" srcId="{67FCC1B5-F76B-4FC7-B344-77C5AAC1059B}" destId="{499B4B1B-6397-4D50-B110-9EC24976F110}" srcOrd="1" destOrd="0" presId="urn:microsoft.com/office/officeart/2018/2/layout/IconLabelList"/>
    <dgm:cxn modelId="{F69FF109-7C24-42E0-AEE8-08C56F5C430C}" type="presParOf" srcId="{67FCC1B5-F76B-4FC7-B344-77C5AAC1059B}" destId="{C5D98C64-7DBC-43C3-8902-6E57077CD67F}" srcOrd="2" destOrd="0" presId="urn:microsoft.com/office/officeart/2018/2/layout/IconLabelList"/>
    <dgm:cxn modelId="{DB1F53CB-E0CE-48C4-99EF-8DAEBAFD4FAB}" type="presParOf" srcId="{C5D98C64-7DBC-43C3-8902-6E57077CD67F}" destId="{B7E76493-5747-4D44-B2E9-C4E3D33F16F9}" srcOrd="0" destOrd="0" presId="urn:microsoft.com/office/officeart/2018/2/layout/IconLabelList"/>
    <dgm:cxn modelId="{19841F17-34BE-4656-84A3-2F3CE0E7AAB1}" type="presParOf" srcId="{C5D98C64-7DBC-43C3-8902-6E57077CD67F}" destId="{32A38420-EA5C-4B16-838F-D905782F2013}" srcOrd="1" destOrd="0" presId="urn:microsoft.com/office/officeart/2018/2/layout/IconLabelList"/>
    <dgm:cxn modelId="{784E3C94-95BE-4F51-904E-ABF7A25F1564}" type="presParOf" srcId="{C5D98C64-7DBC-43C3-8902-6E57077CD67F}" destId="{409AE7EC-76DF-4673-BA15-4804ADD52A8C}" srcOrd="2" destOrd="0" presId="urn:microsoft.com/office/officeart/2018/2/layout/IconLabelList"/>
    <dgm:cxn modelId="{1ABD32DA-70A0-41FE-A284-20B55F4AFB88}" type="presParOf" srcId="{67FCC1B5-F76B-4FC7-B344-77C5AAC1059B}" destId="{9F70B146-3550-4511-8522-13C2C644B446}" srcOrd="3" destOrd="0" presId="urn:microsoft.com/office/officeart/2018/2/layout/IconLabelList"/>
    <dgm:cxn modelId="{450FA660-2395-4CE6-8CB0-D6609E6FB8CB}" type="presParOf" srcId="{67FCC1B5-F76B-4FC7-B344-77C5AAC1059B}" destId="{E2EA3D65-E2FE-4D23-976D-F5A90632A591}" srcOrd="4" destOrd="0" presId="urn:microsoft.com/office/officeart/2018/2/layout/IconLabelList"/>
    <dgm:cxn modelId="{923FE154-4BDB-42AF-AF8D-C38A6E25A550}" type="presParOf" srcId="{E2EA3D65-E2FE-4D23-976D-F5A90632A591}" destId="{08A681DB-FA04-4DDB-8829-3BFB5FBEF552}" srcOrd="0" destOrd="0" presId="urn:microsoft.com/office/officeart/2018/2/layout/IconLabelList"/>
    <dgm:cxn modelId="{EB18247D-EB5A-46EF-AA29-9259D0C41AA4}" type="presParOf" srcId="{E2EA3D65-E2FE-4D23-976D-F5A90632A591}" destId="{5AE8482A-09A8-4BA8-B8DB-31897A8A9C1F}" srcOrd="1" destOrd="0" presId="urn:microsoft.com/office/officeart/2018/2/layout/IconLabelList"/>
    <dgm:cxn modelId="{0F734872-F5DB-4945-BA19-7A8FD4C7EF21}" type="presParOf" srcId="{E2EA3D65-E2FE-4D23-976D-F5A90632A591}" destId="{E7C2FF9B-AD30-4FCA-81D5-14243676315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41FA2EC-8E24-48B3-8C52-68F67A65070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933A7CF-947A-4C6C-A16B-D0D4D9217884}">
      <dgm:prSet/>
      <dgm:spPr/>
      <dgm:t>
        <a:bodyPr/>
        <a:lstStyle/>
        <a:p>
          <a:pPr>
            <a:defRPr cap="all"/>
          </a:pPr>
          <a:r>
            <a:rPr lang="en-US"/>
            <a:t>The audio file is loaded and played.</a:t>
          </a:r>
        </a:p>
      </dgm:t>
    </dgm:pt>
    <dgm:pt modelId="{45F56B29-1A3A-4043-BA71-03D7383ED921}" type="parTrans" cxnId="{23AB465B-CCF9-486A-8C5E-12B157527098}">
      <dgm:prSet/>
      <dgm:spPr/>
      <dgm:t>
        <a:bodyPr/>
        <a:lstStyle/>
        <a:p>
          <a:endParaRPr lang="en-US"/>
        </a:p>
      </dgm:t>
    </dgm:pt>
    <dgm:pt modelId="{B1885D23-645A-46D3-B87D-06BC069A92EA}" type="sibTrans" cxnId="{23AB465B-CCF9-486A-8C5E-12B157527098}">
      <dgm:prSet/>
      <dgm:spPr/>
      <dgm:t>
        <a:bodyPr/>
        <a:lstStyle/>
        <a:p>
          <a:endParaRPr lang="en-US"/>
        </a:p>
      </dgm:t>
    </dgm:pt>
    <dgm:pt modelId="{3C5BE1FE-9F71-48DF-984E-49CCD65652C7}">
      <dgm:prSet/>
      <dgm:spPr/>
      <dgm:t>
        <a:bodyPr/>
        <a:lstStyle/>
        <a:p>
          <a:pPr>
            <a:defRPr cap="all"/>
          </a:pPr>
          <a:r>
            <a:rPr lang="en-US"/>
            <a:t>Waveform and spectrogram are generated.</a:t>
          </a:r>
        </a:p>
      </dgm:t>
    </dgm:pt>
    <dgm:pt modelId="{C6F4D731-0B6D-4E4E-A4C5-25954F9D403F}" type="parTrans" cxnId="{2A3395F3-7194-458A-B21F-5E8C3C9E6550}">
      <dgm:prSet/>
      <dgm:spPr/>
      <dgm:t>
        <a:bodyPr/>
        <a:lstStyle/>
        <a:p>
          <a:endParaRPr lang="en-US"/>
        </a:p>
      </dgm:t>
    </dgm:pt>
    <dgm:pt modelId="{E0AA9D8F-551D-488C-AC00-94A07E3DEB9B}" type="sibTrans" cxnId="{2A3395F3-7194-458A-B21F-5E8C3C9E6550}">
      <dgm:prSet/>
      <dgm:spPr/>
      <dgm:t>
        <a:bodyPr/>
        <a:lstStyle/>
        <a:p>
          <a:endParaRPr lang="en-US"/>
        </a:p>
      </dgm:t>
    </dgm:pt>
    <dgm:pt modelId="{A8F29C8B-3648-498A-AE2D-2C1BC2F399C0}">
      <dgm:prSet/>
      <dgm:spPr/>
      <dgm:t>
        <a:bodyPr/>
        <a:lstStyle/>
        <a:p>
          <a:pPr>
            <a:defRPr cap="all"/>
          </a:pPr>
          <a:r>
            <a:rPr lang="en-US"/>
            <a:t>The model analyses the spectrogram and gives the predicted class.</a:t>
          </a:r>
        </a:p>
      </dgm:t>
    </dgm:pt>
    <dgm:pt modelId="{088AF307-D625-4B8F-8466-C60CA0759402}" type="parTrans" cxnId="{1AFBA718-6CF8-4ED5-A20A-9257A369ABC9}">
      <dgm:prSet/>
      <dgm:spPr/>
      <dgm:t>
        <a:bodyPr/>
        <a:lstStyle/>
        <a:p>
          <a:endParaRPr lang="en-US"/>
        </a:p>
      </dgm:t>
    </dgm:pt>
    <dgm:pt modelId="{B1AE2CCC-70EF-4EA0-9098-C1D7A5C2B070}" type="sibTrans" cxnId="{1AFBA718-6CF8-4ED5-A20A-9257A369ABC9}">
      <dgm:prSet/>
      <dgm:spPr/>
      <dgm:t>
        <a:bodyPr/>
        <a:lstStyle/>
        <a:p>
          <a:endParaRPr lang="en-US"/>
        </a:p>
      </dgm:t>
    </dgm:pt>
    <dgm:pt modelId="{3E232ED5-539B-4DC0-BC6F-C0E16F79BD54}">
      <dgm:prSet/>
      <dgm:spPr/>
      <dgm:t>
        <a:bodyPr/>
        <a:lstStyle/>
        <a:p>
          <a:pPr>
            <a:defRPr cap="all"/>
          </a:pPr>
          <a:r>
            <a:rPr lang="en-US"/>
            <a:t>I also show the top‑3 most likely classes.</a:t>
          </a:r>
        </a:p>
      </dgm:t>
    </dgm:pt>
    <dgm:pt modelId="{B63DDED7-EDAA-4C81-9C2E-481850C81FA3}" type="parTrans" cxnId="{678AC79A-3327-4D0B-A62F-18028D48E482}">
      <dgm:prSet/>
      <dgm:spPr/>
      <dgm:t>
        <a:bodyPr/>
        <a:lstStyle/>
        <a:p>
          <a:endParaRPr lang="en-US"/>
        </a:p>
      </dgm:t>
    </dgm:pt>
    <dgm:pt modelId="{046F7A8E-A89B-42AE-8ED9-8B9FE1ADAAF9}" type="sibTrans" cxnId="{678AC79A-3327-4D0B-A62F-18028D48E482}">
      <dgm:prSet/>
      <dgm:spPr/>
      <dgm:t>
        <a:bodyPr/>
        <a:lstStyle/>
        <a:p>
          <a:endParaRPr lang="en-US"/>
        </a:p>
      </dgm:t>
    </dgm:pt>
    <dgm:pt modelId="{A84A22CD-089F-4562-B8CE-007745DEEB9E}" type="pres">
      <dgm:prSet presAssocID="{241FA2EC-8E24-48B3-8C52-68F67A65070B}" presName="root" presStyleCnt="0">
        <dgm:presLayoutVars>
          <dgm:dir/>
          <dgm:resizeHandles val="exact"/>
        </dgm:presLayoutVars>
      </dgm:prSet>
      <dgm:spPr/>
    </dgm:pt>
    <dgm:pt modelId="{8CE943D7-06C6-42E9-8F5A-09F6E5230649}" type="pres">
      <dgm:prSet presAssocID="{1933A7CF-947A-4C6C-A16B-D0D4D9217884}" presName="compNode" presStyleCnt="0"/>
      <dgm:spPr/>
    </dgm:pt>
    <dgm:pt modelId="{74838F53-795D-47C3-ADCB-EA0973EE58EA}" type="pres">
      <dgm:prSet presAssocID="{1933A7CF-947A-4C6C-A16B-D0D4D9217884}" presName="iconBgRect" presStyleLbl="bgShp" presStyleIdx="0" presStyleCnt="4"/>
      <dgm:spPr/>
    </dgm:pt>
    <dgm:pt modelId="{7655B019-01E3-424D-B47B-D7D1230DA5D1}" type="pres">
      <dgm:prSet presAssocID="{1933A7CF-947A-4C6C-A16B-D0D4D921788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D3A947E6-FD77-425F-BCEB-87087C644732}" type="pres">
      <dgm:prSet presAssocID="{1933A7CF-947A-4C6C-A16B-D0D4D9217884}" presName="spaceRect" presStyleCnt="0"/>
      <dgm:spPr/>
    </dgm:pt>
    <dgm:pt modelId="{963B1DC2-92EC-4B5C-ADCC-C15C8C4E3627}" type="pres">
      <dgm:prSet presAssocID="{1933A7CF-947A-4C6C-A16B-D0D4D9217884}" presName="textRect" presStyleLbl="revTx" presStyleIdx="0" presStyleCnt="4">
        <dgm:presLayoutVars>
          <dgm:chMax val="1"/>
          <dgm:chPref val="1"/>
        </dgm:presLayoutVars>
      </dgm:prSet>
      <dgm:spPr/>
    </dgm:pt>
    <dgm:pt modelId="{7491C7E5-7712-463A-A9D1-66B4A040630D}" type="pres">
      <dgm:prSet presAssocID="{B1885D23-645A-46D3-B87D-06BC069A92EA}" presName="sibTrans" presStyleCnt="0"/>
      <dgm:spPr/>
    </dgm:pt>
    <dgm:pt modelId="{5F7731AD-3E4A-47F5-8957-4EFF2C543024}" type="pres">
      <dgm:prSet presAssocID="{3C5BE1FE-9F71-48DF-984E-49CCD65652C7}" presName="compNode" presStyleCnt="0"/>
      <dgm:spPr/>
    </dgm:pt>
    <dgm:pt modelId="{BF2FA278-20A0-4909-85D2-26DDA5B5A794}" type="pres">
      <dgm:prSet presAssocID="{3C5BE1FE-9F71-48DF-984E-49CCD65652C7}" presName="iconBgRect" presStyleLbl="bgShp" presStyleIdx="1" presStyleCnt="4"/>
      <dgm:spPr/>
    </dgm:pt>
    <dgm:pt modelId="{EE1449BB-3D40-44A0-B79F-573618903664}" type="pres">
      <dgm:prSet presAssocID="{3C5BE1FE-9F71-48DF-984E-49CCD65652C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6C348EB9-3E82-4458-81B1-26FED98E4AE0}" type="pres">
      <dgm:prSet presAssocID="{3C5BE1FE-9F71-48DF-984E-49CCD65652C7}" presName="spaceRect" presStyleCnt="0"/>
      <dgm:spPr/>
    </dgm:pt>
    <dgm:pt modelId="{912CCE8E-B964-4E08-9098-7AB81B3306D4}" type="pres">
      <dgm:prSet presAssocID="{3C5BE1FE-9F71-48DF-984E-49CCD65652C7}" presName="textRect" presStyleLbl="revTx" presStyleIdx="1" presStyleCnt="4">
        <dgm:presLayoutVars>
          <dgm:chMax val="1"/>
          <dgm:chPref val="1"/>
        </dgm:presLayoutVars>
      </dgm:prSet>
      <dgm:spPr/>
    </dgm:pt>
    <dgm:pt modelId="{857C2288-E27B-4893-9774-04C7DB623653}" type="pres">
      <dgm:prSet presAssocID="{E0AA9D8F-551D-488C-AC00-94A07E3DEB9B}" presName="sibTrans" presStyleCnt="0"/>
      <dgm:spPr/>
    </dgm:pt>
    <dgm:pt modelId="{A90D096A-3718-421C-A1E0-C440C4990F14}" type="pres">
      <dgm:prSet presAssocID="{A8F29C8B-3648-498A-AE2D-2C1BC2F399C0}" presName="compNode" presStyleCnt="0"/>
      <dgm:spPr/>
    </dgm:pt>
    <dgm:pt modelId="{878AF8C4-1263-474F-A34E-86BEA771F1B6}" type="pres">
      <dgm:prSet presAssocID="{A8F29C8B-3648-498A-AE2D-2C1BC2F399C0}" presName="iconBgRect" presStyleLbl="bgShp" presStyleIdx="2" presStyleCnt="4"/>
      <dgm:spPr/>
    </dgm:pt>
    <dgm:pt modelId="{8140E509-C3C9-44C8-A418-BCF41FC250A5}" type="pres">
      <dgm:prSet presAssocID="{A8F29C8B-3648-498A-AE2D-2C1BC2F399C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"/>
        </a:ext>
      </dgm:extLst>
    </dgm:pt>
    <dgm:pt modelId="{370398B3-8C93-456B-B1B8-E4DBCC8609EE}" type="pres">
      <dgm:prSet presAssocID="{A8F29C8B-3648-498A-AE2D-2C1BC2F399C0}" presName="spaceRect" presStyleCnt="0"/>
      <dgm:spPr/>
    </dgm:pt>
    <dgm:pt modelId="{ABAB3FA3-0C19-4281-A924-12A6DF9183AA}" type="pres">
      <dgm:prSet presAssocID="{A8F29C8B-3648-498A-AE2D-2C1BC2F399C0}" presName="textRect" presStyleLbl="revTx" presStyleIdx="2" presStyleCnt="4">
        <dgm:presLayoutVars>
          <dgm:chMax val="1"/>
          <dgm:chPref val="1"/>
        </dgm:presLayoutVars>
      </dgm:prSet>
      <dgm:spPr/>
    </dgm:pt>
    <dgm:pt modelId="{693202C0-463D-4568-9971-BBA52EA8EC0A}" type="pres">
      <dgm:prSet presAssocID="{B1AE2CCC-70EF-4EA0-9098-C1D7A5C2B070}" presName="sibTrans" presStyleCnt="0"/>
      <dgm:spPr/>
    </dgm:pt>
    <dgm:pt modelId="{7A1CE988-822E-4816-8ADF-88C9E437B9FF}" type="pres">
      <dgm:prSet presAssocID="{3E232ED5-539B-4DC0-BC6F-C0E16F79BD54}" presName="compNode" presStyleCnt="0"/>
      <dgm:spPr/>
    </dgm:pt>
    <dgm:pt modelId="{BBA9BA84-63E7-4B9C-A05E-FE3C558F7D45}" type="pres">
      <dgm:prSet presAssocID="{3E232ED5-539B-4DC0-BC6F-C0E16F79BD54}" presName="iconBgRect" presStyleLbl="bgShp" presStyleIdx="3" presStyleCnt="4"/>
      <dgm:spPr/>
    </dgm:pt>
    <dgm:pt modelId="{E417E3AA-20AE-4323-86D3-BA0CBFE16883}" type="pres">
      <dgm:prSet presAssocID="{3E232ED5-539B-4DC0-BC6F-C0E16F79BD5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44E7A27A-0681-4143-8D62-696E92BA73B9}" type="pres">
      <dgm:prSet presAssocID="{3E232ED5-539B-4DC0-BC6F-C0E16F79BD54}" presName="spaceRect" presStyleCnt="0"/>
      <dgm:spPr/>
    </dgm:pt>
    <dgm:pt modelId="{9427B75B-4A54-4362-9B17-750231029B9D}" type="pres">
      <dgm:prSet presAssocID="{3E232ED5-539B-4DC0-BC6F-C0E16F79BD5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AFBA718-6CF8-4ED5-A20A-9257A369ABC9}" srcId="{241FA2EC-8E24-48B3-8C52-68F67A65070B}" destId="{A8F29C8B-3648-498A-AE2D-2C1BC2F399C0}" srcOrd="2" destOrd="0" parTransId="{088AF307-D625-4B8F-8466-C60CA0759402}" sibTransId="{B1AE2CCC-70EF-4EA0-9098-C1D7A5C2B070}"/>
    <dgm:cxn modelId="{8736A13F-AB91-4374-8BD0-44C4C04BF49B}" type="presOf" srcId="{1933A7CF-947A-4C6C-A16B-D0D4D9217884}" destId="{963B1DC2-92EC-4B5C-ADCC-C15C8C4E3627}" srcOrd="0" destOrd="0" presId="urn:microsoft.com/office/officeart/2018/5/layout/IconCircleLabelList"/>
    <dgm:cxn modelId="{23AB465B-CCF9-486A-8C5E-12B157527098}" srcId="{241FA2EC-8E24-48B3-8C52-68F67A65070B}" destId="{1933A7CF-947A-4C6C-A16B-D0D4D9217884}" srcOrd="0" destOrd="0" parTransId="{45F56B29-1A3A-4043-BA71-03D7383ED921}" sibTransId="{B1885D23-645A-46D3-B87D-06BC069A92EA}"/>
    <dgm:cxn modelId="{520FF55F-37F9-4725-B1E5-C8E67165E976}" type="presOf" srcId="{241FA2EC-8E24-48B3-8C52-68F67A65070B}" destId="{A84A22CD-089F-4562-B8CE-007745DEEB9E}" srcOrd="0" destOrd="0" presId="urn:microsoft.com/office/officeart/2018/5/layout/IconCircleLabelList"/>
    <dgm:cxn modelId="{EE49E14C-6205-4E08-B545-909F2E587B7F}" type="presOf" srcId="{3E232ED5-539B-4DC0-BC6F-C0E16F79BD54}" destId="{9427B75B-4A54-4362-9B17-750231029B9D}" srcOrd="0" destOrd="0" presId="urn:microsoft.com/office/officeart/2018/5/layout/IconCircleLabelList"/>
    <dgm:cxn modelId="{61D6E559-A18E-4B23-8D4A-A8F9071C48F0}" type="presOf" srcId="{3C5BE1FE-9F71-48DF-984E-49CCD65652C7}" destId="{912CCE8E-B964-4E08-9098-7AB81B3306D4}" srcOrd="0" destOrd="0" presId="urn:microsoft.com/office/officeart/2018/5/layout/IconCircleLabelList"/>
    <dgm:cxn modelId="{678AC79A-3327-4D0B-A62F-18028D48E482}" srcId="{241FA2EC-8E24-48B3-8C52-68F67A65070B}" destId="{3E232ED5-539B-4DC0-BC6F-C0E16F79BD54}" srcOrd="3" destOrd="0" parTransId="{B63DDED7-EDAA-4C81-9C2E-481850C81FA3}" sibTransId="{046F7A8E-A89B-42AE-8ED9-8B9FE1ADAAF9}"/>
    <dgm:cxn modelId="{1B7B16B4-3E75-4C47-831C-108F5737B785}" type="presOf" srcId="{A8F29C8B-3648-498A-AE2D-2C1BC2F399C0}" destId="{ABAB3FA3-0C19-4281-A924-12A6DF9183AA}" srcOrd="0" destOrd="0" presId="urn:microsoft.com/office/officeart/2018/5/layout/IconCircleLabelList"/>
    <dgm:cxn modelId="{2A3395F3-7194-458A-B21F-5E8C3C9E6550}" srcId="{241FA2EC-8E24-48B3-8C52-68F67A65070B}" destId="{3C5BE1FE-9F71-48DF-984E-49CCD65652C7}" srcOrd="1" destOrd="0" parTransId="{C6F4D731-0B6D-4E4E-A4C5-25954F9D403F}" sibTransId="{E0AA9D8F-551D-488C-AC00-94A07E3DEB9B}"/>
    <dgm:cxn modelId="{058F1B64-ABE9-4A7A-BD45-F9BE334401BC}" type="presParOf" srcId="{A84A22CD-089F-4562-B8CE-007745DEEB9E}" destId="{8CE943D7-06C6-42E9-8F5A-09F6E5230649}" srcOrd="0" destOrd="0" presId="urn:microsoft.com/office/officeart/2018/5/layout/IconCircleLabelList"/>
    <dgm:cxn modelId="{54E864AE-ABDE-45F2-8468-1B3AB5420D7F}" type="presParOf" srcId="{8CE943D7-06C6-42E9-8F5A-09F6E5230649}" destId="{74838F53-795D-47C3-ADCB-EA0973EE58EA}" srcOrd="0" destOrd="0" presId="urn:microsoft.com/office/officeart/2018/5/layout/IconCircleLabelList"/>
    <dgm:cxn modelId="{5E0E659F-985E-4E17-A03E-68B615733551}" type="presParOf" srcId="{8CE943D7-06C6-42E9-8F5A-09F6E5230649}" destId="{7655B019-01E3-424D-B47B-D7D1230DA5D1}" srcOrd="1" destOrd="0" presId="urn:microsoft.com/office/officeart/2018/5/layout/IconCircleLabelList"/>
    <dgm:cxn modelId="{761CF031-B73D-4943-9F6F-402637C74F76}" type="presParOf" srcId="{8CE943D7-06C6-42E9-8F5A-09F6E5230649}" destId="{D3A947E6-FD77-425F-BCEB-87087C644732}" srcOrd="2" destOrd="0" presId="urn:microsoft.com/office/officeart/2018/5/layout/IconCircleLabelList"/>
    <dgm:cxn modelId="{03E45A7A-30D1-4D9B-A48A-FC398C2A4160}" type="presParOf" srcId="{8CE943D7-06C6-42E9-8F5A-09F6E5230649}" destId="{963B1DC2-92EC-4B5C-ADCC-C15C8C4E3627}" srcOrd="3" destOrd="0" presId="urn:microsoft.com/office/officeart/2018/5/layout/IconCircleLabelList"/>
    <dgm:cxn modelId="{F7CED95F-CCE4-45F4-91CA-515230B3A305}" type="presParOf" srcId="{A84A22CD-089F-4562-B8CE-007745DEEB9E}" destId="{7491C7E5-7712-463A-A9D1-66B4A040630D}" srcOrd="1" destOrd="0" presId="urn:microsoft.com/office/officeart/2018/5/layout/IconCircleLabelList"/>
    <dgm:cxn modelId="{B7D177F2-E759-4338-8E13-2D03C36BE8FC}" type="presParOf" srcId="{A84A22CD-089F-4562-B8CE-007745DEEB9E}" destId="{5F7731AD-3E4A-47F5-8957-4EFF2C543024}" srcOrd="2" destOrd="0" presId="urn:microsoft.com/office/officeart/2018/5/layout/IconCircleLabelList"/>
    <dgm:cxn modelId="{CEC40B23-6323-4598-B7B9-69DD659A799E}" type="presParOf" srcId="{5F7731AD-3E4A-47F5-8957-4EFF2C543024}" destId="{BF2FA278-20A0-4909-85D2-26DDA5B5A794}" srcOrd="0" destOrd="0" presId="urn:microsoft.com/office/officeart/2018/5/layout/IconCircleLabelList"/>
    <dgm:cxn modelId="{97FB4EBE-5C58-49CE-A80D-52DED54F690D}" type="presParOf" srcId="{5F7731AD-3E4A-47F5-8957-4EFF2C543024}" destId="{EE1449BB-3D40-44A0-B79F-573618903664}" srcOrd="1" destOrd="0" presId="urn:microsoft.com/office/officeart/2018/5/layout/IconCircleLabelList"/>
    <dgm:cxn modelId="{800BAAC3-193A-4CD8-BC56-FB48574A0E7B}" type="presParOf" srcId="{5F7731AD-3E4A-47F5-8957-4EFF2C543024}" destId="{6C348EB9-3E82-4458-81B1-26FED98E4AE0}" srcOrd="2" destOrd="0" presId="urn:microsoft.com/office/officeart/2018/5/layout/IconCircleLabelList"/>
    <dgm:cxn modelId="{9B659BF4-58B2-44C6-AD48-BA9B826C2E15}" type="presParOf" srcId="{5F7731AD-3E4A-47F5-8957-4EFF2C543024}" destId="{912CCE8E-B964-4E08-9098-7AB81B3306D4}" srcOrd="3" destOrd="0" presId="urn:microsoft.com/office/officeart/2018/5/layout/IconCircleLabelList"/>
    <dgm:cxn modelId="{12AA870D-0A76-42BF-8600-A2EE4C4F4B79}" type="presParOf" srcId="{A84A22CD-089F-4562-B8CE-007745DEEB9E}" destId="{857C2288-E27B-4893-9774-04C7DB623653}" srcOrd="3" destOrd="0" presId="urn:microsoft.com/office/officeart/2018/5/layout/IconCircleLabelList"/>
    <dgm:cxn modelId="{15EAA111-9E29-46FC-B7D5-ED7C825B0060}" type="presParOf" srcId="{A84A22CD-089F-4562-B8CE-007745DEEB9E}" destId="{A90D096A-3718-421C-A1E0-C440C4990F14}" srcOrd="4" destOrd="0" presId="urn:microsoft.com/office/officeart/2018/5/layout/IconCircleLabelList"/>
    <dgm:cxn modelId="{0D28BD71-28D8-4F49-9EBA-6A8E667BA8BB}" type="presParOf" srcId="{A90D096A-3718-421C-A1E0-C440C4990F14}" destId="{878AF8C4-1263-474F-A34E-86BEA771F1B6}" srcOrd="0" destOrd="0" presId="urn:microsoft.com/office/officeart/2018/5/layout/IconCircleLabelList"/>
    <dgm:cxn modelId="{B4C238BF-8BCD-429C-835A-49FFA48CBD84}" type="presParOf" srcId="{A90D096A-3718-421C-A1E0-C440C4990F14}" destId="{8140E509-C3C9-44C8-A418-BCF41FC250A5}" srcOrd="1" destOrd="0" presId="urn:microsoft.com/office/officeart/2018/5/layout/IconCircleLabelList"/>
    <dgm:cxn modelId="{CD8D99D6-9FEF-4A56-814D-CDC0C52CDE2E}" type="presParOf" srcId="{A90D096A-3718-421C-A1E0-C440C4990F14}" destId="{370398B3-8C93-456B-B1B8-E4DBCC8609EE}" srcOrd="2" destOrd="0" presId="urn:microsoft.com/office/officeart/2018/5/layout/IconCircleLabelList"/>
    <dgm:cxn modelId="{B8039351-35D7-4283-8673-B3595E943E17}" type="presParOf" srcId="{A90D096A-3718-421C-A1E0-C440C4990F14}" destId="{ABAB3FA3-0C19-4281-A924-12A6DF9183AA}" srcOrd="3" destOrd="0" presId="urn:microsoft.com/office/officeart/2018/5/layout/IconCircleLabelList"/>
    <dgm:cxn modelId="{5056B1E0-AFA3-4F48-8BC3-AE896B374F94}" type="presParOf" srcId="{A84A22CD-089F-4562-B8CE-007745DEEB9E}" destId="{693202C0-463D-4568-9971-BBA52EA8EC0A}" srcOrd="5" destOrd="0" presId="urn:microsoft.com/office/officeart/2018/5/layout/IconCircleLabelList"/>
    <dgm:cxn modelId="{2CEEE647-4019-4E17-B58D-D5D126EEB6C4}" type="presParOf" srcId="{A84A22CD-089F-4562-B8CE-007745DEEB9E}" destId="{7A1CE988-822E-4816-8ADF-88C9E437B9FF}" srcOrd="6" destOrd="0" presId="urn:microsoft.com/office/officeart/2018/5/layout/IconCircleLabelList"/>
    <dgm:cxn modelId="{B4E8CD33-EB66-41BF-87EE-FEADE5966277}" type="presParOf" srcId="{7A1CE988-822E-4816-8ADF-88C9E437B9FF}" destId="{BBA9BA84-63E7-4B9C-A05E-FE3C558F7D45}" srcOrd="0" destOrd="0" presId="urn:microsoft.com/office/officeart/2018/5/layout/IconCircleLabelList"/>
    <dgm:cxn modelId="{156E58A2-ADF3-40B3-8BEB-F06EF0A88A39}" type="presParOf" srcId="{7A1CE988-822E-4816-8ADF-88C9E437B9FF}" destId="{E417E3AA-20AE-4323-86D3-BA0CBFE16883}" srcOrd="1" destOrd="0" presId="urn:microsoft.com/office/officeart/2018/5/layout/IconCircleLabelList"/>
    <dgm:cxn modelId="{54664B16-73DF-4A2F-9722-98A1283F9F5D}" type="presParOf" srcId="{7A1CE988-822E-4816-8ADF-88C9E437B9FF}" destId="{44E7A27A-0681-4143-8D62-696E92BA73B9}" srcOrd="2" destOrd="0" presId="urn:microsoft.com/office/officeart/2018/5/layout/IconCircleLabelList"/>
    <dgm:cxn modelId="{566A991C-E37D-4D55-B4D2-C7EB4C1651D9}" type="presParOf" srcId="{7A1CE988-822E-4816-8ADF-88C9E437B9FF}" destId="{9427B75B-4A54-4362-9B17-750231029B9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D2EC96A-A6AA-425C-91F2-A4E01F53F24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BDBF1A-5F97-4543-B08B-CBCC346FBC0F}">
      <dgm:prSet/>
      <dgm:spPr/>
      <dgm:t>
        <a:bodyPr/>
        <a:lstStyle/>
        <a:p>
          <a:r>
            <a:rPr lang="en-US"/>
            <a:t>The model was able to classify most heart sounds correctly.</a:t>
          </a:r>
        </a:p>
      </dgm:t>
    </dgm:pt>
    <dgm:pt modelId="{F1215760-DD36-4657-BEBD-2BBC0C5689E7}" type="parTrans" cxnId="{58561A70-BBFA-40FF-B3B0-6666769A2278}">
      <dgm:prSet/>
      <dgm:spPr/>
      <dgm:t>
        <a:bodyPr/>
        <a:lstStyle/>
        <a:p>
          <a:endParaRPr lang="en-US"/>
        </a:p>
      </dgm:t>
    </dgm:pt>
    <dgm:pt modelId="{CD11AB71-415F-4ED8-A8AA-1B931AB2A77A}" type="sibTrans" cxnId="{58561A70-BBFA-40FF-B3B0-6666769A2278}">
      <dgm:prSet/>
      <dgm:spPr/>
      <dgm:t>
        <a:bodyPr/>
        <a:lstStyle/>
        <a:p>
          <a:endParaRPr lang="en-US"/>
        </a:p>
      </dgm:t>
    </dgm:pt>
    <dgm:pt modelId="{50032506-330D-4807-A5C1-625B746AB26F}">
      <dgm:prSet/>
      <dgm:spPr/>
      <dgm:t>
        <a:bodyPr/>
        <a:lstStyle/>
        <a:p>
          <a:r>
            <a:rPr lang="en-US"/>
            <a:t>It also gives confidence scores for each class.</a:t>
          </a:r>
        </a:p>
      </dgm:t>
    </dgm:pt>
    <dgm:pt modelId="{9B16622B-50C8-4D37-BF86-455B6FAD9382}" type="parTrans" cxnId="{915BCA94-F041-4DA3-851B-E0B4F97BD7C7}">
      <dgm:prSet/>
      <dgm:spPr/>
      <dgm:t>
        <a:bodyPr/>
        <a:lstStyle/>
        <a:p>
          <a:endParaRPr lang="en-US"/>
        </a:p>
      </dgm:t>
    </dgm:pt>
    <dgm:pt modelId="{CE4501C4-7D04-4D30-BF4F-76E8224C8396}" type="sibTrans" cxnId="{915BCA94-F041-4DA3-851B-E0B4F97BD7C7}">
      <dgm:prSet/>
      <dgm:spPr/>
      <dgm:t>
        <a:bodyPr/>
        <a:lstStyle/>
        <a:p>
          <a:endParaRPr lang="en-US"/>
        </a:p>
      </dgm:t>
    </dgm:pt>
    <dgm:pt modelId="{B0313B83-A9A7-49A1-9AA9-9A82C8C46CA7}">
      <dgm:prSet/>
      <dgm:spPr/>
      <dgm:t>
        <a:bodyPr/>
        <a:lstStyle/>
        <a:p>
          <a:r>
            <a:rPr lang="en-US"/>
            <a:t>The system can be used to test new recordings easily.</a:t>
          </a:r>
        </a:p>
      </dgm:t>
    </dgm:pt>
    <dgm:pt modelId="{963D55FE-9ECA-4CCB-8643-D8E18C7F355F}" type="parTrans" cxnId="{E236639D-2CB7-4CC3-B613-09189D103BC5}">
      <dgm:prSet/>
      <dgm:spPr/>
      <dgm:t>
        <a:bodyPr/>
        <a:lstStyle/>
        <a:p>
          <a:endParaRPr lang="en-US"/>
        </a:p>
      </dgm:t>
    </dgm:pt>
    <dgm:pt modelId="{39DD4A39-9E82-4987-9C25-520E81CBD1CB}" type="sibTrans" cxnId="{E236639D-2CB7-4CC3-B613-09189D103BC5}">
      <dgm:prSet/>
      <dgm:spPr/>
      <dgm:t>
        <a:bodyPr/>
        <a:lstStyle/>
        <a:p>
          <a:endParaRPr lang="en-US"/>
        </a:p>
      </dgm:t>
    </dgm:pt>
    <dgm:pt modelId="{6EF0C1A1-1475-47CD-A09A-B287DF32C8CA}" type="pres">
      <dgm:prSet presAssocID="{FD2EC96A-A6AA-425C-91F2-A4E01F53F24C}" presName="root" presStyleCnt="0">
        <dgm:presLayoutVars>
          <dgm:dir/>
          <dgm:resizeHandles val="exact"/>
        </dgm:presLayoutVars>
      </dgm:prSet>
      <dgm:spPr/>
    </dgm:pt>
    <dgm:pt modelId="{987EBC3B-62C8-4FFC-A926-E461A13AE092}" type="pres">
      <dgm:prSet presAssocID="{D5BDBF1A-5F97-4543-B08B-CBCC346FBC0F}" presName="compNode" presStyleCnt="0"/>
      <dgm:spPr/>
    </dgm:pt>
    <dgm:pt modelId="{E63B16AA-C059-4332-9D95-1913DF741862}" type="pres">
      <dgm:prSet presAssocID="{D5BDBF1A-5F97-4543-B08B-CBCC346FBC0F}" presName="bgRect" presStyleLbl="bgShp" presStyleIdx="0" presStyleCnt="3"/>
      <dgm:spPr/>
    </dgm:pt>
    <dgm:pt modelId="{CE5D1A61-8B58-48B6-A71C-E07B9ED456F9}" type="pres">
      <dgm:prSet presAssocID="{D5BDBF1A-5F97-4543-B08B-CBCC346FBC0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5836DAD9-6082-4D29-9D82-6C8A51514D79}" type="pres">
      <dgm:prSet presAssocID="{D5BDBF1A-5F97-4543-B08B-CBCC346FBC0F}" presName="spaceRect" presStyleCnt="0"/>
      <dgm:spPr/>
    </dgm:pt>
    <dgm:pt modelId="{A13A68D2-2604-432A-AD41-5963A78BF4DE}" type="pres">
      <dgm:prSet presAssocID="{D5BDBF1A-5F97-4543-B08B-CBCC346FBC0F}" presName="parTx" presStyleLbl="revTx" presStyleIdx="0" presStyleCnt="3">
        <dgm:presLayoutVars>
          <dgm:chMax val="0"/>
          <dgm:chPref val="0"/>
        </dgm:presLayoutVars>
      </dgm:prSet>
      <dgm:spPr/>
    </dgm:pt>
    <dgm:pt modelId="{98D0C18B-9BA5-4552-B496-3FA5442E7B22}" type="pres">
      <dgm:prSet presAssocID="{CD11AB71-415F-4ED8-A8AA-1B931AB2A77A}" presName="sibTrans" presStyleCnt="0"/>
      <dgm:spPr/>
    </dgm:pt>
    <dgm:pt modelId="{85EBB223-9C36-44E0-A664-5A4605B2C708}" type="pres">
      <dgm:prSet presAssocID="{50032506-330D-4807-A5C1-625B746AB26F}" presName="compNode" presStyleCnt="0"/>
      <dgm:spPr/>
    </dgm:pt>
    <dgm:pt modelId="{F2E26031-CCA8-4512-A2B7-0647E5012794}" type="pres">
      <dgm:prSet presAssocID="{50032506-330D-4807-A5C1-625B746AB26F}" presName="bgRect" presStyleLbl="bgShp" presStyleIdx="1" presStyleCnt="3"/>
      <dgm:spPr/>
    </dgm:pt>
    <dgm:pt modelId="{F36BFBF2-C00C-4088-B5B4-6B6CC985F2F3}" type="pres">
      <dgm:prSet presAssocID="{50032506-330D-4807-A5C1-625B746AB26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35B43A2C-DBE0-4E3A-9D9B-89B71104E87E}" type="pres">
      <dgm:prSet presAssocID="{50032506-330D-4807-A5C1-625B746AB26F}" presName="spaceRect" presStyleCnt="0"/>
      <dgm:spPr/>
    </dgm:pt>
    <dgm:pt modelId="{70047D51-183A-4FDE-B2E0-5F8897FC7536}" type="pres">
      <dgm:prSet presAssocID="{50032506-330D-4807-A5C1-625B746AB26F}" presName="parTx" presStyleLbl="revTx" presStyleIdx="1" presStyleCnt="3">
        <dgm:presLayoutVars>
          <dgm:chMax val="0"/>
          <dgm:chPref val="0"/>
        </dgm:presLayoutVars>
      </dgm:prSet>
      <dgm:spPr/>
    </dgm:pt>
    <dgm:pt modelId="{56EF09AE-F20C-479E-A98F-6B6E73580691}" type="pres">
      <dgm:prSet presAssocID="{CE4501C4-7D04-4D30-BF4F-76E8224C8396}" presName="sibTrans" presStyleCnt="0"/>
      <dgm:spPr/>
    </dgm:pt>
    <dgm:pt modelId="{B0A3FE31-9900-418F-833B-E40A7AFF71DD}" type="pres">
      <dgm:prSet presAssocID="{B0313B83-A9A7-49A1-9AA9-9A82C8C46CA7}" presName="compNode" presStyleCnt="0"/>
      <dgm:spPr/>
    </dgm:pt>
    <dgm:pt modelId="{C8539FB1-70A6-4367-BB3E-DD8B1EFC5B6A}" type="pres">
      <dgm:prSet presAssocID="{B0313B83-A9A7-49A1-9AA9-9A82C8C46CA7}" presName="bgRect" presStyleLbl="bgShp" presStyleIdx="2" presStyleCnt="3"/>
      <dgm:spPr/>
    </dgm:pt>
    <dgm:pt modelId="{116531B7-2E60-430E-B812-D52C1B6F665D}" type="pres">
      <dgm:prSet presAssocID="{B0313B83-A9A7-49A1-9AA9-9A82C8C46CA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3F9A768A-3669-4532-A97C-A1A578B3369F}" type="pres">
      <dgm:prSet presAssocID="{B0313B83-A9A7-49A1-9AA9-9A82C8C46CA7}" presName="spaceRect" presStyleCnt="0"/>
      <dgm:spPr/>
    </dgm:pt>
    <dgm:pt modelId="{6D5A4066-CE08-4A77-8921-F3E41669F71E}" type="pres">
      <dgm:prSet presAssocID="{B0313B83-A9A7-49A1-9AA9-9A82C8C46CA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047426D-D2A7-42A3-A0E2-9391667B178C}" type="presOf" srcId="{D5BDBF1A-5F97-4543-B08B-CBCC346FBC0F}" destId="{A13A68D2-2604-432A-AD41-5963A78BF4DE}" srcOrd="0" destOrd="0" presId="urn:microsoft.com/office/officeart/2018/2/layout/IconVerticalSolidList"/>
    <dgm:cxn modelId="{58561A70-BBFA-40FF-B3B0-6666769A2278}" srcId="{FD2EC96A-A6AA-425C-91F2-A4E01F53F24C}" destId="{D5BDBF1A-5F97-4543-B08B-CBCC346FBC0F}" srcOrd="0" destOrd="0" parTransId="{F1215760-DD36-4657-BEBD-2BBC0C5689E7}" sibTransId="{CD11AB71-415F-4ED8-A8AA-1B931AB2A77A}"/>
    <dgm:cxn modelId="{B5B0F774-79C3-4374-A562-0654C2E1A55E}" type="presOf" srcId="{FD2EC96A-A6AA-425C-91F2-A4E01F53F24C}" destId="{6EF0C1A1-1475-47CD-A09A-B287DF32C8CA}" srcOrd="0" destOrd="0" presId="urn:microsoft.com/office/officeart/2018/2/layout/IconVerticalSolidList"/>
    <dgm:cxn modelId="{915BCA94-F041-4DA3-851B-E0B4F97BD7C7}" srcId="{FD2EC96A-A6AA-425C-91F2-A4E01F53F24C}" destId="{50032506-330D-4807-A5C1-625B746AB26F}" srcOrd="1" destOrd="0" parTransId="{9B16622B-50C8-4D37-BF86-455B6FAD9382}" sibTransId="{CE4501C4-7D04-4D30-BF4F-76E8224C8396}"/>
    <dgm:cxn modelId="{E236639D-2CB7-4CC3-B613-09189D103BC5}" srcId="{FD2EC96A-A6AA-425C-91F2-A4E01F53F24C}" destId="{B0313B83-A9A7-49A1-9AA9-9A82C8C46CA7}" srcOrd="2" destOrd="0" parTransId="{963D55FE-9ECA-4CCB-8643-D8E18C7F355F}" sibTransId="{39DD4A39-9E82-4987-9C25-520E81CBD1CB}"/>
    <dgm:cxn modelId="{18B7BEBD-E245-4333-BB50-356F01FBD832}" type="presOf" srcId="{50032506-330D-4807-A5C1-625B746AB26F}" destId="{70047D51-183A-4FDE-B2E0-5F8897FC7536}" srcOrd="0" destOrd="0" presId="urn:microsoft.com/office/officeart/2018/2/layout/IconVerticalSolidList"/>
    <dgm:cxn modelId="{B269D2F7-1230-4EF2-ADD5-A9EB24DAC930}" type="presOf" srcId="{B0313B83-A9A7-49A1-9AA9-9A82C8C46CA7}" destId="{6D5A4066-CE08-4A77-8921-F3E41669F71E}" srcOrd="0" destOrd="0" presId="urn:microsoft.com/office/officeart/2018/2/layout/IconVerticalSolidList"/>
    <dgm:cxn modelId="{7C765E14-0285-4783-A551-94120BBB34D6}" type="presParOf" srcId="{6EF0C1A1-1475-47CD-A09A-B287DF32C8CA}" destId="{987EBC3B-62C8-4FFC-A926-E461A13AE092}" srcOrd="0" destOrd="0" presId="urn:microsoft.com/office/officeart/2018/2/layout/IconVerticalSolidList"/>
    <dgm:cxn modelId="{22B7DE3D-585F-46E1-8885-2E8D05AE6965}" type="presParOf" srcId="{987EBC3B-62C8-4FFC-A926-E461A13AE092}" destId="{E63B16AA-C059-4332-9D95-1913DF741862}" srcOrd="0" destOrd="0" presId="urn:microsoft.com/office/officeart/2018/2/layout/IconVerticalSolidList"/>
    <dgm:cxn modelId="{956C392C-0511-4F9F-B9AD-791214A21DE7}" type="presParOf" srcId="{987EBC3B-62C8-4FFC-A926-E461A13AE092}" destId="{CE5D1A61-8B58-48B6-A71C-E07B9ED456F9}" srcOrd="1" destOrd="0" presId="urn:microsoft.com/office/officeart/2018/2/layout/IconVerticalSolidList"/>
    <dgm:cxn modelId="{7EF7DD9B-5106-4FCF-B404-D5DF2764FC26}" type="presParOf" srcId="{987EBC3B-62C8-4FFC-A926-E461A13AE092}" destId="{5836DAD9-6082-4D29-9D82-6C8A51514D79}" srcOrd="2" destOrd="0" presId="urn:microsoft.com/office/officeart/2018/2/layout/IconVerticalSolidList"/>
    <dgm:cxn modelId="{56A53E6A-106A-4105-9D4A-277F1B783CC8}" type="presParOf" srcId="{987EBC3B-62C8-4FFC-A926-E461A13AE092}" destId="{A13A68D2-2604-432A-AD41-5963A78BF4DE}" srcOrd="3" destOrd="0" presId="urn:microsoft.com/office/officeart/2018/2/layout/IconVerticalSolidList"/>
    <dgm:cxn modelId="{DB3FE898-FDA8-485F-BBF6-8347655A66CB}" type="presParOf" srcId="{6EF0C1A1-1475-47CD-A09A-B287DF32C8CA}" destId="{98D0C18B-9BA5-4552-B496-3FA5442E7B22}" srcOrd="1" destOrd="0" presId="urn:microsoft.com/office/officeart/2018/2/layout/IconVerticalSolidList"/>
    <dgm:cxn modelId="{DE0B5887-64EC-4BC9-871B-2C10FD737729}" type="presParOf" srcId="{6EF0C1A1-1475-47CD-A09A-B287DF32C8CA}" destId="{85EBB223-9C36-44E0-A664-5A4605B2C708}" srcOrd="2" destOrd="0" presId="urn:microsoft.com/office/officeart/2018/2/layout/IconVerticalSolidList"/>
    <dgm:cxn modelId="{0131E6AE-BF00-417D-91F7-A681AFE69B13}" type="presParOf" srcId="{85EBB223-9C36-44E0-A664-5A4605B2C708}" destId="{F2E26031-CCA8-4512-A2B7-0647E5012794}" srcOrd="0" destOrd="0" presId="urn:microsoft.com/office/officeart/2018/2/layout/IconVerticalSolidList"/>
    <dgm:cxn modelId="{570CF584-B8E0-4A47-94E2-DA6F78764ED7}" type="presParOf" srcId="{85EBB223-9C36-44E0-A664-5A4605B2C708}" destId="{F36BFBF2-C00C-4088-B5B4-6B6CC985F2F3}" srcOrd="1" destOrd="0" presId="urn:microsoft.com/office/officeart/2018/2/layout/IconVerticalSolidList"/>
    <dgm:cxn modelId="{0199AC1A-1FBC-48D8-9F79-E2151714D8B5}" type="presParOf" srcId="{85EBB223-9C36-44E0-A664-5A4605B2C708}" destId="{35B43A2C-DBE0-4E3A-9D9B-89B71104E87E}" srcOrd="2" destOrd="0" presId="urn:microsoft.com/office/officeart/2018/2/layout/IconVerticalSolidList"/>
    <dgm:cxn modelId="{66D31B75-B699-4108-9045-7E5001E4F56C}" type="presParOf" srcId="{85EBB223-9C36-44E0-A664-5A4605B2C708}" destId="{70047D51-183A-4FDE-B2E0-5F8897FC7536}" srcOrd="3" destOrd="0" presId="urn:microsoft.com/office/officeart/2018/2/layout/IconVerticalSolidList"/>
    <dgm:cxn modelId="{F1EB4F35-7819-401B-A3C4-D865C286D1CE}" type="presParOf" srcId="{6EF0C1A1-1475-47CD-A09A-B287DF32C8CA}" destId="{56EF09AE-F20C-479E-A98F-6B6E73580691}" srcOrd="3" destOrd="0" presId="urn:microsoft.com/office/officeart/2018/2/layout/IconVerticalSolidList"/>
    <dgm:cxn modelId="{D61100A9-CD0E-4F90-A5A6-2C0B48C725D2}" type="presParOf" srcId="{6EF0C1A1-1475-47CD-A09A-B287DF32C8CA}" destId="{B0A3FE31-9900-418F-833B-E40A7AFF71DD}" srcOrd="4" destOrd="0" presId="urn:microsoft.com/office/officeart/2018/2/layout/IconVerticalSolidList"/>
    <dgm:cxn modelId="{093904F7-EBD0-4316-B694-7940EE52A532}" type="presParOf" srcId="{B0A3FE31-9900-418F-833B-E40A7AFF71DD}" destId="{C8539FB1-70A6-4367-BB3E-DD8B1EFC5B6A}" srcOrd="0" destOrd="0" presId="urn:microsoft.com/office/officeart/2018/2/layout/IconVerticalSolidList"/>
    <dgm:cxn modelId="{C4ABC0A7-415D-4EBF-940B-32EFFEAABC82}" type="presParOf" srcId="{B0A3FE31-9900-418F-833B-E40A7AFF71DD}" destId="{116531B7-2E60-430E-B812-D52C1B6F665D}" srcOrd="1" destOrd="0" presId="urn:microsoft.com/office/officeart/2018/2/layout/IconVerticalSolidList"/>
    <dgm:cxn modelId="{AB237787-B138-4B23-A7BD-504B9303E03A}" type="presParOf" srcId="{B0A3FE31-9900-418F-833B-E40A7AFF71DD}" destId="{3F9A768A-3669-4532-A97C-A1A578B3369F}" srcOrd="2" destOrd="0" presId="urn:microsoft.com/office/officeart/2018/2/layout/IconVerticalSolidList"/>
    <dgm:cxn modelId="{EB0072C5-BA54-4C55-B4B2-7B84EDB28399}" type="presParOf" srcId="{B0A3FE31-9900-418F-833B-E40A7AFF71DD}" destId="{6D5A4066-CE08-4A77-8921-F3E41669F7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AB910C2-0D58-43B1-9317-A6D126263F7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FD0C73-0D45-4FAA-85DD-6348DDEEFB26}">
      <dgm:prSet/>
      <dgm:spPr/>
      <dgm:t>
        <a:bodyPr/>
        <a:lstStyle/>
        <a:p>
          <a:r>
            <a:rPr lang="en-US"/>
            <a:t>Some audio files had a lot of background noise.</a:t>
          </a:r>
        </a:p>
      </dgm:t>
    </dgm:pt>
    <dgm:pt modelId="{7A9955A5-379E-4A1B-BA46-2049FBE5E8E7}" type="parTrans" cxnId="{0897C350-883A-43B6-AFAC-494DA28B833C}">
      <dgm:prSet/>
      <dgm:spPr/>
      <dgm:t>
        <a:bodyPr/>
        <a:lstStyle/>
        <a:p>
          <a:endParaRPr lang="en-US"/>
        </a:p>
      </dgm:t>
    </dgm:pt>
    <dgm:pt modelId="{6B2A373D-8BE9-45B4-B7E4-75B2AF59718F}" type="sibTrans" cxnId="{0897C350-883A-43B6-AFAC-494DA28B833C}">
      <dgm:prSet/>
      <dgm:spPr/>
      <dgm:t>
        <a:bodyPr/>
        <a:lstStyle/>
        <a:p>
          <a:endParaRPr lang="en-US"/>
        </a:p>
      </dgm:t>
    </dgm:pt>
    <dgm:pt modelId="{8F14BD4D-CC97-4F4C-A715-840F7F9D92A5}">
      <dgm:prSet/>
      <dgm:spPr/>
      <dgm:t>
        <a:bodyPr/>
        <a:lstStyle/>
        <a:p>
          <a:r>
            <a:rPr lang="en-US"/>
            <a:t>Recordings were taken in different environments.</a:t>
          </a:r>
        </a:p>
      </dgm:t>
    </dgm:pt>
    <dgm:pt modelId="{86E9A222-0E80-461B-9466-8485F57AF1AC}" type="parTrans" cxnId="{9E969CCB-E789-49BF-BFAF-16554CD1CDC2}">
      <dgm:prSet/>
      <dgm:spPr/>
      <dgm:t>
        <a:bodyPr/>
        <a:lstStyle/>
        <a:p>
          <a:endParaRPr lang="en-US"/>
        </a:p>
      </dgm:t>
    </dgm:pt>
    <dgm:pt modelId="{B22B1496-5231-4932-BAEE-A1B50499FB6B}" type="sibTrans" cxnId="{9E969CCB-E789-49BF-BFAF-16554CD1CDC2}">
      <dgm:prSet/>
      <dgm:spPr/>
      <dgm:t>
        <a:bodyPr/>
        <a:lstStyle/>
        <a:p>
          <a:endParaRPr lang="en-US"/>
        </a:p>
      </dgm:t>
    </dgm:pt>
    <dgm:pt modelId="{CAC1F64B-E131-4357-821C-16B6A463D683}">
      <dgm:prSet/>
      <dgm:spPr/>
      <dgm:t>
        <a:bodyPr/>
        <a:lstStyle/>
        <a:p>
          <a:r>
            <a:rPr lang="en-US"/>
            <a:t>Some classes had fewer samples than others.</a:t>
          </a:r>
        </a:p>
      </dgm:t>
    </dgm:pt>
    <dgm:pt modelId="{77A3747C-27A9-4A21-A224-8F13D22D3444}" type="parTrans" cxnId="{3E96946D-BBFB-47CF-AD78-96CB7F759FD9}">
      <dgm:prSet/>
      <dgm:spPr/>
      <dgm:t>
        <a:bodyPr/>
        <a:lstStyle/>
        <a:p>
          <a:endParaRPr lang="en-US"/>
        </a:p>
      </dgm:t>
    </dgm:pt>
    <dgm:pt modelId="{C5AA06F6-8A06-4701-922A-567486912331}" type="sibTrans" cxnId="{3E96946D-BBFB-47CF-AD78-96CB7F759FD9}">
      <dgm:prSet/>
      <dgm:spPr/>
      <dgm:t>
        <a:bodyPr/>
        <a:lstStyle/>
        <a:p>
          <a:endParaRPr lang="en-US"/>
        </a:p>
      </dgm:t>
    </dgm:pt>
    <dgm:pt modelId="{A1FD0D66-3A90-4B04-BC44-3D2792E1EEB9}" type="pres">
      <dgm:prSet presAssocID="{9AB910C2-0D58-43B1-9317-A6D126263F7E}" presName="root" presStyleCnt="0">
        <dgm:presLayoutVars>
          <dgm:dir/>
          <dgm:resizeHandles val="exact"/>
        </dgm:presLayoutVars>
      </dgm:prSet>
      <dgm:spPr/>
    </dgm:pt>
    <dgm:pt modelId="{C4827B4C-2257-402F-9CED-AFCF146D7CAA}" type="pres">
      <dgm:prSet presAssocID="{2BFD0C73-0D45-4FAA-85DD-6348DDEEFB26}" presName="compNode" presStyleCnt="0"/>
      <dgm:spPr/>
    </dgm:pt>
    <dgm:pt modelId="{A54C7F89-95DB-45A3-A90D-31D285083D52}" type="pres">
      <dgm:prSet presAssocID="{2BFD0C73-0D45-4FAA-85DD-6348DDEEFB26}" presName="bgRect" presStyleLbl="bgShp" presStyleIdx="0" presStyleCnt="3"/>
      <dgm:spPr/>
    </dgm:pt>
    <dgm:pt modelId="{022015F4-AA52-4E08-A523-4DA397EBFBCE}" type="pres">
      <dgm:prSet presAssocID="{2BFD0C73-0D45-4FAA-85DD-6348DDEEFB2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af"/>
        </a:ext>
      </dgm:extLst>
    </dgm:pt>
    <dgm:pt modelId="{A7DCF28D-4BF7-4E48-AF70-75AEEC1CACC8}" type="pres">
      <dgm:prSet presAssocID="{2BFD0C73-0D45-4FAA-85DD-6348DDEEFB26}" presName="spaceRect" presStyleCnt="0"/>
      <dgm:spPr/>
    </dgm:pt>
    <dgm:pt modelId="{4C846CE7-0CA0-483A-AF3E-284B95015E9A}" type="pres">
      <dgm:prSet presAssocID="{2BFD0C73-0D45-4FAA-85DD-6348DDEEFB26}" presName="parTx" presStyleLbl="revTx" presStyleIdx="0" presStyleCnt="3">
        <dgm:presLayoutVars>
          <dgm:chMax val="0"/>
          <dgm:chPref val="0"/>
        </dgm:presLayoutVars>
      </dgm:prSet>
      <dgm:spPr/>
    </dgm:pt>
    <dgm:pt modelId="{958AF220-F2B9-4B30-B879-DC97C642F509}" type="pres">
      <dgm:prSet presAssocID="{6B2A373D-8BE9-45B4-B7E4-75B2AF59718F}" presName="sibTrans" presStyleCnt="0"/>
      <dgm:spPr/>
    </dgm:pt>
    <dgm:pt modelId="{CF631843-87C7-4527-A21A-F770FEC1EEF3}" type="pres">
      <dgm:prSet presAssocID="{8F14BD4D-CC97-4F4C-A715-840F7F9D92A5}" presName="compNode" presStyleCnt="0"/>
      <dgm:spPr/>
    </dgm:pt>
    <dgm:pt modelId="{426C3E02-1291-48A3-8F2B-0E74949A44B9}" type="pres">
      <dgm:prSet presAssocID="{8F14BD4D-CC97-4F4C-A715-840F7F9D92A5}" presName="bgRect" presStyleLbl="bgShp" presStyleIdx="1" presStyleCnt="3"/>
      <dgm:spPr/>
    </dgm:pt>
    <dgm:pt modelId="{27AAAD59-8A91-4949-B359-55C0238A9CEC}" type="pres">
      <dgm:prSet presAssocID="{8F14BD4D-CC97-4F4C-A715-840F7F9D92A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"/>
        </a:ext>
      </dgm:extLst>
    </dgm:pt>
    <dgm:pt modelId="{8F5E3DB0-2E65-471A-90B7-8294D71740D2}" type="pres">
      <dgm:prSet presAssocID="{8F14BD4D-CC97-4F4C-A715-840F7F9D92A5}" presName="spaceRect" presStyleCnt="0"/>
      <dgm:spPr/>
    </dgm:pt>
    <dgm:pt modelId="{4CAC78FD-A16E-472F-8C99-9FABD18C11E6}" type="pres">
      <dgm:prSet presAssocID="{8F14BD4D-CC97-4F4C-A715-840F7F9D92A5}" presName="parTx" presStyleLbl="revTx" presStyleIdx="1" presStyleCnt="3">
        <dgm:presLayoutVars>
          <dgm:chMax val="0"/>
          <dgm:chPref val="0"/>
        </dgm:presLayoutVars>
      </dgm:prSet>
      <dgm:spPr/>
    </dgm:pt>
    <dgm:pt modelId="{5A55D332-14C3-4245-9049-68B71934AF4E}" type="pres">
      <dgm:prSet presAssocID="{B22B1496-5231-4932-BAEE-A1B50499FB6B}" presName="sibTrans" presStyleCnt="0"/>
      <dgm:spPr/>
    </dgm:pt>
    <dgm:pt modelId="{5F7820EF-70C2-4921-BAA7-4A773D66FB3E}" type="pres">
      <dgm:prSet presAssocID="{CAC1F64B-E131-4357-821C-16B6A463D683}" presName="compNode" presStyleCnt="0"/>
      <dgm:spPr/>
    </dgm:pt>
    <dgm:pt modelId="{C03F297C-39C8-4E04-B86B-7B58316806BE}" type="pres">
      <dgm:prSet presAssocID="{CAC1F64B-E131-4357-821C-16B6A463D683}" presName="bgRect" presStyleLbl="bgShp" presStyleIdx="2" presStyleCnt="3"/>
      <dgm:spPr/>
    </dgm:pt>
    <dgm:pt modelId="{DD02507D-2E53-4CB3-ABFC-B189B0EA00C6}" type="pres">
      <dgm:prSet presAssocID="{CAC1F64B-E131-4357-821C-16B6A463D68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ackboard"/>
        </a:ext>
      </dgm:extLst>
    </dgm:pt>
    <dgm:pt modelId="{542A4BBE-838F-4BCD-A3F0-6F8E7D14E3A0}" type="pres">
      <dgm:prSet presAssocID="{CAC1F64B-E131-4357-821C-16B6A463D683}" presName="spaceRect" presStyleCnt="0"/>
      <dgm:spPr/>
    </dgm:pt>
    <dgm:pt modelId="{D6135068-0100-4B24-A46A-E8AA8D326E77}" type="pres">
      <dgm:prSet presAssocID="{CAC1F64B-E131-4357-821C-16B6A463D68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169AC23-2526-4D48-91BB-DAEE5CE310B6}" type="presOf" srcId="{9AB910C2-0D58-43B1-9317-A6D126263F7E}" destId="{A1FD0D66-3A90-4B04-BC44-3D2792E1EEB9}" srcOrd="0" destOrd="0" presId="urn:microsoft.com/office/officeart/2018/2/layout/IconVerticalSolidList"/>
    <dgm:cxn modelId="{8153142B-2BBD-46F2-B26F-649C609B3B0C}" type="presOf" srcId="{CAC1F64B-E131-4357-821C-16B6A463D683}" destId="{D6135068-0100-4B24-A46A-E8AA8D326E77}" srcOrd="0" destOrd="0" presId="urn:microsoft.com/office/officeart/2018/2/layout/IconVerticalSolidList"/>
    <dgm:cxn modelId="{3E96946D-BBFB-47CF-AD78-96CB7F759FD9}" srcId="{9AB910C2-0D58-43B1-9317-A6D126263F7E}" destId="{CAC1F64B-E131-4357-821C-16B6A463D683}" srcOrd="2" destOrd="0" parTransId="{77A3747C-27A9-4A21-A224-8F13D22D3444}" sibTransId="{C5AA06F6-8A06-4701-922A-567486912331}"/>
    <dgm:cxn modelId="{7694C56D-E0F8-463D-B2EE-BF4B5E8585C1}" type="presOf" srcId="{8F14BD4D-CC97-4F4C-A715-840F7F9D92A5}" destId="{4CAC78FD-A16E-472F-8C99-9FABD18C11E6}" srcOrd="0" destOrd="0" presId="urn:microsoft.com/office/officeart/2018/2/layout/IconVerticalSolidList"/>
    <dgm:cxn modelId="{0897C350-883A-43B6-AFAC-494DA28B833C}" srcId="{9AB910C2-0D58-43B1-9317-A6D126263F7E}" destId="{2BFD0C73-0D45-4FAA-85DD-6348DDEEFB26}" srcOrd="0" destOrd="0" parTransId="{7A9955A5-379E-4A1B-BA46-2049FBE5E8E7}" sibTransId="{6B2A373D-8BE9-45B4-B7E4-75B2AF59718F}"/>
    <dgm:cxn modelId="{CBD3669E-07E0-43D6-8432-3B8702F71203}" type="presOf" srcId="{2BFD0C73-0D45-4FAA-85DD-6348DDEEFB26}" destId="{4C846CE7-0CA0-483A-AF3E-284B95015E9A}" srcOrd="0" destOrd="0" presId="urn:microsoft.com/office/officeart/2018/2/layout/IconVerticalSolidList"/>
    <dgm:cxn modelId="{9E969CCB-E789-49BF-BFAF-16554CD1CDC2}" srcId="{9AB910C2-0D58-43B1-9317-A6D126263F7E}" destId="{8F14BD4D-CC97-4F4C-A715-840F7F9D92A5}" srcOrd="1" destOrd="0" parTransId="{86E9A222-0E80-461B-9466-8485F57AF1AC}" sibTransId="{B22B1496-5231-4932-BAEE-A1B50499FB6B}"/>
    <dgm:cxn modelId="{C056B9BF-8C85-4975-BB71-3E7CA3105541}" type="presParOf" srcId="{A1FD0D66-3A90-4B04-BC44-3D2792E1EEB9}" destId="{C4827B4C-2257-402F-9CED-AFCF146D7CAA}" srcOrd="0" destOrd="0" presId="urn:microsoft.com/office/officeart/2018/2/layout/IconVerticalSolidList"/>
    <dgm:cxn modelId="{8C8F9CCF-C933-458F-8508-2B54D07E783A}" type="presParOf" srcId="{C4827B4C-2257-402F-9CED-AFCF146D7CAA}" destId="{A54C7F89-95DB-45A3-A90D-31D285083D52}" srcOrd="0" destOrd="0" presId="urn:microsoft.com/office/officeart/2018/2/layout/IconVerticalSolidList"/>
    <dgm:cxn modelId="{CA098250-8BBE-4100-8F79-EC3AAF113EF2}" type="presParOf" srcId="{C4827B4C-2257-402F-9CED-AFCF146D7CAA}" destId="{022015F4-AA52-4E08-A523-4DA397EBFBCE}" srcOrd="1" destOrd="0" presId="urn:microsoft.com/office/officeart/2018/2/layout/IconVerticalSolidList"/>
    <dgm:cxn modelId="{993B88E0-7012-4009-BE0E-2FF6D977C804}" type="presParOf" srcId="{C4827B4C-2257-402F-9CED-AFCF146D7CAA}" destId="{A7DCF28D-4BF7-4E48-AF70-75AEEC1CACC8}" srcOrd="2" destOrd="0" presId="urn:microsoft.com/office/officeart/2018/2/layout/IconVerticalSolidList"/>
    <dgm:cxn modelId="{52463BF7-9991-49F8-95AD-2617395276A6}" type="presParOf" srcId="{C4827B4C-2257-402F-9CED-AFCF146D7CAA}" destId="{4C846CE7-0CA0-483A-AF3E-284B95015E9A}" srcOrd="3" destOrd="0" presId="urn:microsoft.com/office/officeart/2018/2/layout/IconVerticalSolidList"/>
    <dgm:cxn modelId="{112A2E9F-59BD-47F3-954E-7B1249ED815C}" type="presParOf" srcId="{A1FD0D66-3A90-4B04-BC44-3D2792E1EEB9}" destId="{958AF220-F2B9-4B30-B879-DC97C642F509}" srcOrd="1" destOrd="0" presId="urn:microsoft.com/office/officeart/2018/2/layout/IconVerticalSolidList"/>
    <dgm:cxn modelId="{25172098-CABA-449F-AFF8-CF84F3BEC92B}" type="presParOf" srcId="{A1FD0D66-3A90-4B04-BC44-3D2792E1EEB9}" destId="{CF631843-87C7-4527-A21A-F770FEC1EEF3}" srcOrd="2" destOrd="0" presId="urn:microsoft.com/office/officeart/2018/2/layout/IconVerticalSolidList"/>
    <dgm:cxn modelId="{36D78150-42BE-4F33-A0EE-706934F308BE}" type="presParOf" srcId="{CF631843-87C7-4527-A21A-F770FEC1EEF3}" destId="{426C3E02-1291-48A3-8F2B-0E74949A44B9}" srcOrd="0" destOrd="0" presId="urn:microsoft.com/office/officeart/2018/2/layout/IconVerticalSolidList"/>
    <dgm:cxn modelId="{DE6E4E52-CB4A-4D71-A929-DE1FDBDFC22E}" type="presParOf" srcId="{CF631843-87C7-4527-A21A-F770FEC1EEF3}" destId="{27AAAD59-8A91-4949-B359-55C0238A9CEC}" srcOrd="1" destOrd="0" presId="urn:microsoft.com/office/officeart/2018/2/layout/IconVerticalSolidList"/>
    <dgm:cxn modelId="{440CAD6A-DDB6-4AE1-92C0-D06A7849BA1C}" type="presParOf" srcId="{CF631843-87C7-4527-A21A-F770FEC1EEF3}" destId="{8F5E3DB0-2E65-471A-90B7-8294D71740D2}" srcOrd="2" destOrd="0" presId="urn:microsoft.com/office/officeart/2018/2/layout/IconVerticalSolidList"/>
    <dgm:cxn modelId="{1375DDF6-23A9-4A39-9454-E3E52624320A}" type="presParOf" srcId="{CF631843-87C7-4527-A21A-F770FEC1EEF3}" destId="{4CAC78FD-A16E-472F-8C99-9FABD18C11E6}" srcOrd="3" destOrd="0" presId="urn:microsoft.com/office/officeart/2018/2/layout/IconVerticalSolidList"/>
    <dgm:cxn modelId="{7C99FFE1-30D2-488B-ADFD-C5A63EB25A5B}" type="presParOf" srcId="{A1FD0D66-3A90-4B04-BC44-3D2792E1EEB9}" destId="{5A55D332-14C3-4245-9049-68B71934AF4E}" srcOrd="3" destOrd="0" presId="urn:microsoft.com/office/officeart/2018/2/layout/IconVerticalSolidList"/>
    <dgm:cxn modelId="{183E57A3-F546-46BB-B93E-D2BF30B79DB8}" type="presParOf" srcId="{A1FD0D66-3A90-4B04-BC44-3D2792E1EEB9}" destId="{5F7820EF-70C2-4921-BAA7-4A773D66FB3E}" srcOrd="4" destOrd="0" presId="urn:microsoft.com/office/officeart/2018/2/layout/IconVerticalSolidList"/>
    <dgm:cxn modelId="{C287E908-B276-4F5A-A576-948ABD2D7053}" type="presParOf" srcId="{5F7820EF-70C2-4921-BAA7-4A773D66FB3E}" destId="{C03F297C-39C8-4E04-B86B-7B58316806BE}" srcOrd="0" destOrd="0" presId="urn:microsoft.com/office/officeart/2018/2/layout/IconVerticalSolidList"/>
    <dgm:cxn modelId="{09AB2711-CADA-4888-A80A-36D6311A7034}" type="presParOf" srcId="{5F7820EF-70C2-4921-BAA7-4A773D66FB3E}" destId="{DD02507D-2E53-4CB3-ABFC-B189B0EA00C6}" srcOrd="1" destOrd="0" presId="urn:microsoft.com/office/officeart/2018/2/layout/IconVerticalSolidList"/>
    <dgm:cxn modelId="{BF37E4AB-5515-45F3-A97E-EB45B17857DF}" type="presParOf" srcId="{5F7820EF-70C2-4921-BAA7-4A773D66FB3E}" destId="{542A4BBE-838F-4BCD-A3F0-6F8E7D14E3A0}" srcOrd="2" destOrd="0" presId="urn:microsoft.com/office/officeart/2018/2/layout/IconVerticalSolidList"/>
    <dgm:cxn modelId="{3EFB3153-D494-44D8-87DC-C9884B2254C7}" type="presParOf" srcId="{5F7820EF-70C2-4921-BAA7-4A773D66FB3E}" destId="{D6135068-0100-4B24-A46A-E8AA8D326E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B04D892-03C3-4B1C-AC3C-FF0E66C8D182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890D1C-1001-4E45-A9A7-06EB52935E06}">
      <dgm:prSet/>
      <dgm:spPr/>
      <dgm:t>
        <a:bodyPr/>
        <a:lstStyle/>
        <a:p>
          <a:r>
            <a:rPr lang="en-US"/>
            <a:t>Collect</a:t>
          </a:r>
        </a:p>
      </dgm:t>
    </dgm:pt>
    <dgm:pt modelId="{5F3B0CB4-36C4-480B-8C74-DB1AC9B062D5}" type="parTrans" cxnId="{D1ACF1BB-963E-4B78-88D5-42D6161BDF28}">
      <dgm:prSet/>
      <dgm:spPr/>
      <dgm:t>
        <a:bodyPr/>
        <a:lstStyle/>
        <a:p>
          <a:endParaRPr lang="en-US"/>
        </a:p>
      </dgm:t>
    </dgm:pt>
    <dgm:pt modelId="{2D3E0B36-94FF-4695-B81C-FDEE37655933}" type="sibTrans" cxnId="{D1ACF1BB-963E-4B78-88D5-42D6161BDF28}">
      <dgm:prSet/>
      <dgm:spPr/>
      <dgm:t>
        <a:bodyPr/>
        <a:lstStyle/>
        <a:p>
          <a:endParaRPr lang="en-US"/>
        </a:p>
      </dgm:t>
    </dgm:pt>
    <dgm:pt modelId="{C6563E91-CBDB-44D5-8555-06BB8DBE35E6}">
      <dgm:prSet/>
      <dgm:spPr/>
      <dgm:t>
        <a:bodyPr/>
        <a:lstStyle/>
        <a:p>
          <a:r>
            <a:rPr lang="en-US"/>
            <a:t>Collect more high‑quality recordings.</a:t>
          </a:r>
        </a:p>
      </dgm:t>
    </dgm:pt>
    <dgm:pt modelId="{966C375F-91EC-4949-B23B-BE703841B5BB}" type="parTrans" cxnId="{794690D8-CD98-461C-AFD8-79CDACC15490}">
      <dgm:prSet/>
      <dgm:spPr/>
      <dgm:t>
        <a:bodyPr/>
        <a:lstStyle/>
        <a:p>
          <a:endParaRPr lang="en-US"/>
        </a:p>
      </dgm:t>
    </dgm:pt>
    <dgm:pt modelId="{C227086C-CDED-40F5-8B1F-7F4C7F946E7F}" type="sibTrans" cxnId="{794690D8-CD98-461C-AFD8-79CDACC15490}">
      <dgm:prSet/>
      <dgm:spPr/>
      <dgm:t>
        <a:bodyPr/>
        <a:lstStyle/>
        <a:p>
          <a:endParaRPr lang="en-US"/>
        </a:p>
      </dgm:t>
    </dgm:pt>
    <dgm:pt modelId="{1FFC3C62-2D12-4925-A5E5-4CEDA8A16AE0}">
      <dgm:prSet/>
      <dgm:spPr/>
      <dgm:t>
        <a:bodyPr/>
        <a:lstStyle/>
        <a:p>
          <a:r>
            <a:rPr lang="en-US"/>
            <a:t>Try</a:t>
          </a:r>
        </a:p>
      </dgm:t>
    </dgm:pt>
    <dgm:pt modelId="{B55E43AD-5E34-4067-B10A-2136A9B93512}" type="parTrans" cxnId="{F15F0CD4-E245-44C2-B72E-A778A5E77FA3}">
      <dgm:prSet/>
      <dgm:spPr/>
      <dgm:t>
        <a:bodyPr/>
        <a:lstStyle/>
        <a:p>
          <a:endParaRPr lang="en-US"/>
        </a:p>
      </dgm:t>
    </dgm:pt>
    <dgm:pt modelId="{5724E1E0-41CF-4728-B1F5-D0747EB754DD}" type="sibTrans" cxnId="{F15F0CD4-E245-44C2-B72E-A778A5E77FA3}">
      <dgm:prSet/>
      <dgm:spPr/>
      <dgm:t>
        <a:bodyPr/>
        <a:lstStyle/>
        <a:p>
          <a:endParaRPr lang="en-US"/>
        </a:p>
      </dgm:t>
    </dgm:pt>
    <dgm:pt modelId="{2E409166-8F33-4747-A4C4-8AEAA07A3822}">
      <dgm:prSet/>
      <dgm:spPr/>
      <dgm:t>
        <a:bodyPr/>
        <a:lstStyle/>
        <a:p>
          <a:r>
            <a:rPr lang="en-US"/>
            <a:t>Try advanced models with attention layers.</a:t>
          </a:r>
        </a:p>
      </dgm:t>
    </dgm:pt>
    <dgm:pt modelId="{3055F4BB-E79B-4F33-B006-F3A763A99774}" type="parTrans" cxnId="{E6FFA047-323B-48C9-A2C5-6F1C7685244E}">
      <dgm:prSet/>
      <dgm:spPr/>
      <dgm:t>
        <a:bodyPr/>
        <a:lstStyle/>
        <a:p>
          <a:endParaRPr lang="en-US"/>
        </a:p>
      </dgm:t>
    </dgm:pt>
    <dgm:pt modelId="{886E0240-2DD4-4BAE-B7F3-FF9B05770C39}" type="sibTrans" cxnId="{E6FFA047-323B-48C9-A2C5-6F1C7685244E}">
      <dgm:prSet/>
      <dgm:spPr/>
      <dgm:t>
        <a:bodyPr/>
        <a:lstStyle/>
        <a:p>
          <a:endParaRPr lang="en-US"/>
        </a:p>
      </dgm:t>
    </dgm:pt>
    <dgm:pt modelId="{2C65B535-6B87-4CAA-90EE-EA92265143DA}">
      <dgm:prSet/>
      <dgm:spPr/>
      <dgm:t>
        <a:bodyPr/>
        <a:lstStyle/>
        <a:p>
          <a:r>
            <a:rPr lang="en-US"/>
            <a:t>Build</a:t>
          </a:r>
        </a:p>
      </dgm:t>
    </dgm:pt>
    <dgm:pt modelId="{6D5D4CAE-5A26-423A-899F-44537C424B82}" type="parTrans" cxnId="{83EF337B-AFF1-44B8-A5BA-6C909E37443A}">
      <dgm:prSet/>
      <dgm:spPr/>
      <dgm:t>
        <a:bodyPr/>
        <a:lstStyle/>
        <a:p>
          <a:endParaRPr lang="en-US"/>
        </a:p>
      </dgm:t>
    </dgm:pt>
    <dgm:pt modelId="{576584C3-D752-471E-8F8A-C1E102A70126}" type="sibTrans" cxnId="{83EF337B-AFF1-44B8-A5BA-6C909E37443A}">
      <dgm:prSet/>
      <dgm:spPr/>
      <dgm:t>
        <a:bodyPr/>
        <a:lstStyle/>
        <a:p>
          <a:endParaRPr lang="en-US"/>
        </a:p>
      </dgm:t>
    </dgm:pt>
    <dgm:pt modelId="{70258646-169A-4E49-B6A3-F92B91F4BC2B}">
      <dgm:prSet/>
      <dgm:spPr/>
      <dgm:t>
        <a:bodyPr/>
        <a:lstStyle/>
        <a:p>
          <a:r>
            <a:rPr lang="en-US"/>
            <a:t>Build a small app where users can upload audio.</a:t>
          </a:r>
        </a:p>
      </dgm:t>
    </dgm:pt>
    <dgm:pt modelId="{46CFA0AF-93E9-4CDB-A28E-7C2F87D4A9C2}" type="parTrans" cxnId="{218349A6-932B-4738-981E-C6923FA8634E}">
      <dgm:prSet/>
      <dgm:spPr/>
      <dgm:t>
        <a:bodyPr/>
        <a:lstStyle/>
        <a:p>
          <a:endParaRPr lang="en-US"/>
        </a:p>
      </dgm:t>
    </dgm:pt>
    <dgm:pt modelId="{6B77D94B-0041-42F0-A51C-649DE1EC949B}" type="sibTrans" cxnId="{218349A6-932B-4738-981E-C6923FA8634E}">
      <dgm:prSet/>
      <dgm:spPr/>
      <dgm:t>
        <a:bodyPr/>
        <a:lstStyle/>
        <a:p>
          <a:endParaRPr lang="en-US"/>
        </a:p>
      </dgm:t>
    </dgm:pt>
    <dgm:pt modelId="{AEB2E1B3-EE46-A146-864D-09226269AE18}" type="pres">
      <dgm:prSet presAssocID="{6B04D892-03C3-4B1C-AC3C-FF0E66C8D182}" presName="Name0" presStyleCnt="0">
        <dgm:presLayoutVars>
          <dgm:dir/>
          <dgm:animLvl val="lvl"/>
          <dgm:resizeHandles val="exact"/>
        </dgm:presLayoutVars>
      </dgm:prSet>
      <dgm:spPr/>
    </dgm:pt>
    <dgm:pt modelId="{AA32E145-F9A1-8240-937F-E2B2AF8E3F2D}" type="pres">
      <dgm:prSet presAssocID="{12890D1C-1001-4E45-A9A7-06EB52935E06}" presName="linNode" presStyleCnt="0"/>
      <dgm:spPr/>
    </dgm:pt>
    <dgm:pt modelId="{89E42DF5-ED59-3941-96C8-B59BDB3D6339}" type="pres">
      <dgm:prSet presAssocID="{12890D1C-1001-4E45-A9A7-06EB52935E06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7E6094BE-3AF4-1244-B267-D8E2870D35A3}" type="pres">
      <dgm:prSet presAssocID="{12890D1C-1001-4E45-A9A7-06EB52935E06}" presName="descendantText" presStyleLbl="alignNode1" presStyleIdx="0" presStyleCnt="3">
        <dgm:presLayoutVars>
          <dgm:bulletEnabled/>
        </dgm:presLayoutVars>
      </dgm:prSet>
      <dgm:spPr/>
    </dgm:pt>
    <dgm:pt modelId="{4763EE01-CCF6-BF44-BAA0-C4DC1064440B}" type="pres">
      <dgm:prSet presAssocID="{2D3E0B36-94FF-4695-B81C-FDEE37655933}" presName="sp" presStyleCnt="0"/>
      <dgm:spPr/>
    </dgm:pt>
    <dgm:pt modelId="{6A5C4FB0-3BB5-9E48-900C-6BBED6E8BEA6}" type="pres">
      <dgm:prSet presAssocID="{1FFC3C62-2D12-4925-A5E5-4CEDA8A16AE0}" presName="linNode" presStyleCnt="0"/>
      <dgm:spPr/>
    </dgm:pt>
    <dgm:pt modelId="{92605566-280B-2646-83AD-D260680C3B66}" type="pres">
      <dgm:prSet presAssocID="{1FFC3C62-2D12-4925-A5E5-4CEDA8A16AE0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F00458AB-75B9-BE43-BD50-52B3120CFEF8}" type="pres">
      <dgm:prSet presAssocID="{1FFC3C62-2D12-4925-A5E5-4CEDA8A16AE0}" presName="descendantText" presStyleLbl="alignNode1" presStyleIdx="1" presStyleCnt="3">
        <dgm:presLayoutVars>
          <dgm:bulletEnabled/>
        </dgm:presLayoutVars>
      </dgm:prSet>
      <dgm:spPr/>
    </dgm:pt>
    <dgm:pt modelId="{0A55112E-D042-FB43-A51B-B6E92129E78C}" type="pres">
      <dgm:prSet presAssocID="{5724E1E0-41CF-4728-B1F5-D0747EB754DD}" presName="sp" presStyleCnt="0"/>
      <dgm:spPr/>
    </dgm:pt>
    <dgm:pt modelId="{5C472163-0CEF-3B4B-A7FE-80FE78E2EDB0}" type="pres">
      <dgm:prSet presAssocID="{2C65B535-6B87-4CAA-90EE-EA92265143DA}" presName="linNode" presStyleCnt="0"/>
      <dgm:spPr/>
    </dgm:pt>
    <dgm:pt modelId="{79B15360-FE5D-5E4E-BCAF-BCD1B93F3350}" type="pres">
      <dgm:prSet presAssocID="{2C65B535-6B87-4CAA-90EE-EA92265143DA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119102BC-C585-874B-BFCF-875021F4DD67}" type="pres">
      <dgm:prSet presAssocID="{2C65B535-6B87-4CAA-90EE-EA92265143DA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DC539826-EB75-404E-8D9C-C2B7029E9106}" type="presOf" srcId="{C6563E91-CBDB-44D5-8555-06BB8DBE35E6}" destId="{7E6094BE-3AF4-1244-B267-D8E2870D35A3}" srcOrd="0" destOrd="0" presId="urn:microsoft.com/office/officeart/2016/7/layout/VerticalHollowActionList"/>
    <dgm:cxn modelId="{E6FFA047-323B-48C9-A2C5-6F1C7685244E}" srcId="{1FFC3C62-2D12-4925-A5E5-4CEDA8A16AE0}" destId="{2E409166-8F33-4747-A4C4-8AEAA07A3822}" srcOrd="0" destOrd="0" parTransId="{3055F4BB-E79B-4F33-B006-F3A763A99774}" sibTransId="{886E0240-2DD4-4BAE-B7F3-FF9B05770C39}"/>
    <dgm:cxn modelId="{29231D6D-0C34-8748-9835-8750006B73FF}" type="presOf" srcId="{2E409166-8F33-4747-A4C4-8AEAA07A3822}" destId="{F00458AB-75B9-BE43-BD50-52B3120CFEF8}" srcOrd="0" destOrd="0" presId="urn:microsoft.com/office/officeart/2016/7/layout/VerticalHollowActionList"/>
    <dgm:cxn modelId="{474C126F-CCBD-FE45-9695-ECC2960C838B}" type="presOf" srcId="{6B04D892-03C3-4B1C-AC3C-FF0E66C8D182}" destId="{AEB2E1B3-EE46-A146-864D-09226269AE18}" srcOrd="0" destOrd="0" presId="urn:microsoft.com/office/officeart/2016/7/layout/VerticalHollowActionList"/>
    <dgm:cxn modelId="{83EF337B-AFF1-44B8-A5BA-6C909E37443A}" srcId="{6B04D892-03C3-4B1C-AC3C-FF0E66C8D182}" destId="{2C65B535-6B87-4CAA-90EE-EA92265143DA}" srcOrd="2" destOrd="0" parTransId="{6D5D4CAE-5A26-423A-899F-44537C424B82}" sibTransId="{576584C3-D752-471E-8F8A-C1E102A70126}"/>
    <dgm:cxn modelId="{E3E26B8E-6EC0-0A4B-A5EA-0DFE78539824}" type="presOf" srcId="{12890D1C-1001-4E45-A9A7-06EB52935E06}" destId="{89E42DF5-ED59-3941-96C8-B59BDB3D6339}" srcOrd="0" destOrd="0" presId="urn:microsoft.com/office/officeart/2016/7/layout/VerticalHollowActionList"/>
    <dgm:cxn modelId="{218349A6-932B-4738-981E-C6923FA8634E}" srcId="{2C65B535-6B87-4CAA-90EE-EA92265143DA}" destId="{70258646-169A-4E49-B6A3-F92B91F4BC2B}" srcOrd="0" destOrd="0" parTransId="{46CFA0AF-93E9-4CDB-A28E-7C2F87D4A9C2}" sibTransId="{6B77D94B-0041-42F0-A51C-649DE1EC949B}"/>
    <dgm:cxn modelId="{D58A93B3-687D-0248-835A-65CF8547A833}" type="presOf" srcId="{1FFC3C62-2D12-4925-A5E5-4CEDA8A16AE0}" destId="{92605566-280B-2646-83AD-D260680C3B66}" srcOrd="0" destOrd="0" presId="urn:microsoft.com/office/officeart/2016/7/layout/VerticalHollowActionList"/>
    <dgm:cxn modelId="{D1ACF1BB-963E-4B78-88D5-42D6161BDF28}" srcId="{6B04D892-03C3-4B1C-AC3C-FF0E66C8D182}" destId="{12890D1C-1001-4E45-A9A7-06EB52935E06}" srcOrd="0" destOrd="0" parTransId="{5F3B0CB4-36C4-480B-8C74-DB1AC9B062D5}" sibTransId="{2D3E0B36-94FF-4695-B81C-FDEE37655933}"/>
    <dgm:cxn modelId="{13B836D3-AB46-3946-B1C0-6F06EA9848A8}" type="presOf" srcId="{2C65B535-6B87-4CAA-90EE-EA92265143DA}" destId="{79B15360-FE5D-5E4E-BCAF-BCD1B93F3350}" srcOrd="0" destOrd="0" presId="urn:microsoft.com/office/officeart/2016/7/layout/VerticalHollowActionList"/>
    <dgm:cxn modelId="{F15F0CD4-E245-44C2-B72E-A778A5E77FA3}" srcId="{6B04D892-03C3-4B1C-AC3C-FF0E66C8D182}" destId="{1FFC3C62-2D12-4925-A5E5-4CEDA8A16AE0}" srcOrd="1" destOrd="0" parTransId="{B55E43AD-5E34-4067-B10A-2136A9B93512}" sibTransId="{5724E1E0-41CF-4728-B1F5-D0747EB754DD}"/>
    <dgm:cxn modelId="{794690D8-CD98-461C-AFD8-79CDACC15490}" srcId="{12890D1C-1001-4E45-A9A7-06EB52935E06}" destId="{C6563E91-CBDB-44D5-8555-06BB8DBE35E6}" srcOrd="0" destOrd="0" parTransId="{966C375F-91EC-4949-B23B-BE703841B5BB}" sibTransId="{C227086C-CDED-40F5-8B1F-7F4C7F946E7F}"/>
    <dgm:cxn modelId="{280AE8D8-C135-084D-ADA5-7417EB1310D0}" type="presOf" srcId="{70258646-169A-4E49-B6A3-F92B91F4BC2B}" destId="{119102BC-C585-874B-BFCF-875021F4DD67}" srcOrd="0" destOrd="0" presId="urn:microsoft.com/office/officeart/2016/7/layout/VerticalHollowActionList"/>
    <dgm:cxn modelId="{1A85A902-F322-7E45-9107-1A73D96CAEB8}" type="presParOf" srcId="{AEB2E1B3-EE46-A146-864D-09226269AE18}" destId="{AA32E145-F9A1-8240-937F-E2B2AF8E3F2D}" srcOrd="0" destOrd="0" presId="urn:microsoft.com/office/officeart/2016/7/layout/VerticalHollowActionList"/>
    <dgm:cxn modelId="{0FF872E2-B999-D040-842F-983405107BDD}" type="presParOf" srcId="{AA32E145-F9A1-8240-937F-E2B2AF8E3F2D}" destId="{89E42DF5-ED59-3941-96C8-B59BDB3D6339}" srcOrd="0" destOrd="0" presId="urn:microsoft.com/office/officeart/2016/7/layout/VerticalHollowActionList"/>
    <dgm:cxn modelId="{99ACA5FD-EB36-1447-AC51-5AD3CE306C9F}" type="presParOf" srcId="{AA32E145-F9A1-8240-937F-E2B2AF8E3F2D}" destId="{7E6094BE-3AF4-1244-B267-D8E2870D35A3}" srcOrd="1" destOrd="0" presId="urn:microsoft.com/office/officeart/2016/7/layout/VerticalHollowActionList"/>
    <dgm:cxn modelId="{C0DE876D-E147-E445-A6D8-8D526B9BC49B}" type="presParOf" srcId="{AEB2E1B3-EE46-A146-864D-09226269AE18}" destId="{4763EE01-CCF6-BF44-BAA0-C4DC1064440B}" srcOrd="1" destOrd="0" presId="urn:microsoft.com/office/officeart/2016/7/layout/VerticalHollowActionList"/>
    <dgm:cxn modelId="{D2CCE02F-0FAA-D04F-9B50-CDC4645F3892}" type="presParOf" srcId="{AEB2E1B3-EE46-A146-864D-09226269AE18}" destId="{6A5C4FB0-3BB5-9E48-900C-6BBED6E8BEA6}" srcOrd="2" destOrd="0" presId="urn:microsoft.com/office/officeart/2016/7/layout/VerticalHollowActionList"/>
    <dgm:cxn modelId="{713482AC-FC3C-4A44-9862-D2ED44EF42E4}" type="presParOf" srcId="{6A5C4FB0-3BB5-9E48-900C-6BBED6E8BEA6}" destId="{92605566-280B-2646-83AD-D260680C3B66}" srcOrd="0" destOrd="0" presId="urn:microsoft.com/office/officeart/2016/7/layout/VerticalHollowActionList"/>
    <dgm:cxn modelId="{5EEFDDD2-CE3E-E740-A970-BB3614D955C3}" type="presParOf" srcId="{6A5C4FB0-3BB5-9E48-900C-6BBED6E8BEA6}" destId="{F00458AB-75B9-BE43-BD50-52B3120CFEF8}" srcOrd="1" destOrd="0" presId="urn:microsoft.com/office/officeart/2016/7/layout/VerticalHollowActionList"/>
    <dgm:cxn modelId="{38C459BE-F665-D940-A2FF-FB28AFF7476D}" type="presParOf" srcId="{AEB2E1B3-EE46-A146-864D-09226269AE18}" destId="{0A55112E-D042-FB43-A51B-B6E92129E78C}" srcOrd="3" destOrd="0" presId="urn:microsoft.com/office/officeart/2016/7/layout/VerticalHollowActionList"/>
    <dgm:cxn modelId="{51EC78DF-0988-1C43-A9AA-D24ACA26EF50}" type="presParOf" srcId="{AEB2E1B3-EE46-A146-864D-09226269AE18}" destId="{5C472163-0CEF-3B4B-A7FE-80FE78E2EDB0}" srcOrd="4" destOrd="0" presId="urn:microsoft.com/office/officeart/2016/7/layout/VerticalHollowActionList"/>
    <dgm:cxn modelId="{09ED1FB3-B840-B748-9E09-84B8CB736849}" type="presParOf" srcId="{5C472163-0CEF-3B4B-A7FE-80FE78E2EDB0}" destId="{79B15360-FE5D-5E4E-BCAF-BCD1B93F3350}" srcOrd="0" destOrd="0" presId="urn:microsoft.com/office/officeart/2016/7/layout/VerticalHollowActionList"/>
    <dgm:cxn modelId="{776090EF-C8F9-4845-89F2-D649A1B27775}" type="presParOf" srcId="{5C472163-0CEF-3B4B-A7FE-80FE78E2EDB0}" destId="{119102BC-C585-874B-BFCF-875021F4DD67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F83A0-0A58-44B9-ACBB-557F097D5B28}">
      <dsp:nvSpPr>
        <dsp:cNvPr id="0" name=""/>
        <dsp:cNvSpPr/>
      </dsp:nvSpPr>
      <dsp:spPr>
        <a:xfrm>
          <a:off x="0" y="378"/>
          <a:ext cx="5937755" cy="8860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ADEF83-CD0F-4897-B8BF-A2C5F849E4FB}">
      <dsp:nvSpPr>
        <dsp:cNvPr id="0" name=""/>
        <dsp:cNvSpPr/>
      </dsp:nvSpPr>
      <dsp:spPr>
        <a:xfrm>
          <a:off x="268034" y="199743"/>
          <a:ext cx="487335" cy="4873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C83B4C-4B5D-4E57-9E28-04F049EB9C39}">
      <dsp:nvSpPr>
        <dsp:cNvPr id="0" name=""/>
        <dsp:cNvSpPr/>
      </dsp:nvSpPr>
      <dsp:spPr>
        <a:xfrm>
          <a:off x="1023404" y="378"/>
          <a:ext cx="4914350" cy="886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775" tIns="93775" rIns="93775" bIns="93775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Heart problems are very common, and early detection can save lives.</a:t>
          </a:r>
        </a:p>
      </dsp:txBody>
      <dsp:txXfrm>
        <a:off x="1023404" y="378"/>
        <a:ext cx="4914350" cy="886064"/>
      </dsp:txXfrm>
    </dsp:sp>
    <dsp:sp modelId="{BFA87731-C862-44CE-A156-D5A017481E36}">
      <dsp:nvSpPr>
        <dsp:cNvPr id="0" name=""/>
        <dsp:cNvSpPr/>
      </dsp:nvSpPr>
      <dsp:spPr>
        <a:xfrm>
          <a:off x="0" y="1107959"/>
          <a:ext cx="5937755" cy="8860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ACF915-DACA-4518-A3FE-5E6D65ECCE9D}">
      <dsp:nvSpPr>
        <dsp:cNvPr id="0" name=""/>
        <dsp:cNvSpPr/>
      </dsp:nvSpPr>
      <dsp:spPr>
        <a:xfrm>
          <a:off x="268034" y="1307323"/>
          <a:ext cx="487335" cy="4873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1B1B7-7A46-4A9B-87EA-47D7B46B8950}">
      <dsp:nvSpPr>
        <dsp:cNvPr id="0" name=""/>
        <dsp:cNvSpPr/>
      </dsp:nvSpPr>
      <dsp:spPr>
        <a:xfrm>
          <a:off x="1023404" y="1107959"/>
          <a:ext cx="4914350" cy="886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775" tIns="93775" rIns="93775" bIns="93775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Heart sounds carry useful information that doctors listen to.</a:t>
          </a:r>
        </a:p>
      </dsp:txBody>
      <dsp:txXfrm>
        <a:off x="1023404" y="1107959"/>
        <a:ext cx="4914350" cy="886064"/>
      </dsp:txXfrm>
    </dsp:sp>
    <dsp:sp modelId="{889C98C8-5397-4723-BF0D-2391F1AAA5F9}">
      <dsp:nvSpPr>
        <dsp:cNvPr id="0" name=""/>
        <dsp:cNvSpPr/>
      </dsp:nvSpPr>
      <dsp:spPr>
        <a:xfrm>
          <a:off x="0" y="2215539"/>
          <a:ext cx="5937755" cy="8860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2C86C1-613F-4F2E-A177-A6E2147A833E}">
      <dsp:nvSpPr>
        <dsp:cNvPr id="0" name=""/>
        <dsp:cNvSpPr/>
      </dsp:nvSpPr>
      <dsp:spPr>
        <a:xfrm>
          <a:off x="268034" y="2414904"/>
          <a:ext cx="487335" cy="4873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788B1-AFF7-4B49-ABD1-9E610A522C6E}">
      <dsp:nvSpPr>
        <dsp:cNvPr id="0" name=""/>
        <dsp:cNvSpPr/>
      </dsp:nvSpPr>
      <dsp:spPr>
        <a:xfrm>
          <a:off x="1023404" y="2215539"/>
          <a:ext cx="4914350" cy="886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775" tIns="93775" rIns="93775" bIns="93775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 wanted to build a system that can help detect valve issues using audio.</a:t>
          </a:r>
        </a:p>
      </dsp:txBody>
      <dsp:txXfrm>
        <a:off x="1023404" y="2215539"/>
        <a:ext cx="4914350" cy="8860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0DC728-84D4-41F7-8F2E-CA006B2B075C}">
      <dsp:nvSpPr>
        <dsp:cNvPr id="0" name=""/>
        <dsp:cNvSpPr/>
      </dsp:nvSpPr>
      <dsp:spPr>
        <a:xfrm>
          <a:off x="0" y="606"/>
          <a:ext cx="4238625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3039F9-B540-43AF-AEE5-C7D4E7AD5DEC}">
      <dsp:nvSpPr>
        <dsp:cNvPr id="0" name=""/>
        <dsp:cNvSpPr/>
      </dsp:nvSpPr>
      <dsp:spPr>
        <a:xfrm>
          <a:off x="429347" y="319956"/>
          <a:ext cx="780632" cy="780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5F51A-0877-4C20-B3E6-FCD2A850F621}">
      <dsp:nvSpPr>
        <dsp:cNvPr id="0" name=""/>
        <dsp:cNvSpPr/>
      </dsp:nvSpPr>
      <dsp:spPr>
        <a:xfrm>
          <a:off x="1639328" y="606"/>
          <a:ext cx="2599296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normal heart makes two main sounds: S1 and S2.</a:t>
          </a:r>
        </a:p>
      </dsp:txBody>
      <dsp:txXfrm>
        <a:off x="1639328" y="606"/>
        <a:ext cx="2599296" cy="1419331"/>
      </dsp:txXfrm>
    </dsp:sp>
    <dsp:sp modelId="{CC3C407E-246E-4E9D-BA30-95B20F9F5593}">
      <dsp:nvSpPr>
        <dsp:cNvPr id="0" name=""/>
        <dsp:cNvSpPr/>
      </dsp:nvSpPr>
      <dsp:spPr>
        <a:xfrm>
          <a:off x="0" y="1774771"/>
          <a:ext cx="4238625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B0456A-1273-47F3-8F98-D39F40CC3984}">
      <dsp:nvSpPr>
        <dsp:cNvPr id="0" name=""/>
        <dsp:cNvSpPr/>
      </dsp:nvSpPr>
      <dsp:spPr>
        <a:xfrm>
          <a:off x="429347" y="2094121"/>
          <a:ext cx="780632" cy="780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F28BF-BFD5-447E-8435-AE9706F968CD}">
      <dsp:nvSpPr>
        <dsp:cNvPr id="0" name=""/>
        <dsp:cNvSpPr/>
      </dsp:nvSpPr>
      <dsp:spPr>
        <a:xfrm>
          <a:off x="1639328" y="1774771"/>
          <a:ext cx="2599296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Abnormal sounds like murmurs can show valve problems.</a:t>
          </a:r>
        </a:p>
      </dsp:txBody>
      <dsp:txXfrm>
        <a:off x="1639328" y="1774771"/>
        <a:ext cx="2599296" cy="1419331"/>
      </dsp:txXfrm>
    </dsp:sp>
    <dsp:sp modelId="{6FDB7290-EA21-42FB-BDEA-0F4E3681C166}">
      <dsp:nvSpPr>
        <dsp:cNvPr id="0" name=""/>
        <dsp:cNvSpPr/>
      </dsp:nvSpPr>
      <dsp:spPr>
        <a:xfrm>
          <a:off x="0" y="3548936"/>
          <a:ext cx="4238625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2A5A5B-844A-402A-962D-B55653C73206}">
      <dsp:nvSpPr>
        <dsp:cNvPr id="0" name=""/>
        <dsp:cNvSpPr/>
      </dsp:nvSpPr>
      <dsp:spPr>
        <a:xfrm>
          <a:off x="429347" y="3868286"/>
          <a:ext cx="780632" cy="780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52A25-77E8-4BE2-9407-23703A0967C7}">
      <dsp:nvSpPr>
        <dsp:cNvPr id="0" name=""/>
        <dsp:cNvSpPr/>
      </dsp:nvSpPr>
      <dsp:spPr>
        <a:xfrm>
          <a:off x="1639328" y="3548936"/>
          <a:ext cx="2599296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Recordings are usually taken from four important chest points.</a:t>
          </a:r>
        </a:p>
      </dsp:txBody>
      <dsp:txXfrm>
        <a:off x="1639328" y="3548936"/>
        <a:ext cx="2599296" cy="14193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AFDD1-B7E8-CC49-877D-15E00BB03E96}">
      <dsp:nvSpPr>
        <dsp:cNvPr id="0" name=""/>
        <dsp:cNvSpPr/>
      </dsp:nvSpPr>
      <dsp:spPr>
        <a:xfrm>
          <a:off x="0" y="0"/>
          <a:ext cx="2405062" cy="310774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08" tIns="330200" rIns="18750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Understand heart sounds and identify if a recording is normal or abnormal.</a:t>
          </a:r>
        </a:p>
      </dsp:txBody>
      <dsp:txXfrm>
        <a:off x="0" y="1180944"/>
        <a:ext cx="2405062" cy="1864648"/>
      </dsp:txXfrm>
    </dsp:sp>
    <dsp:sp modelId="{B658880F-6F57-CD4A-8D17-A312F11423AA}">
      <dsp:nvSpPr>
        <dsp:cNvPr id="0" name=""/>
        <dsp:cNvSpPr/>
      </dsp:nvSpPr>
      <dsp:spPr>
        <a:xfrm>
          <a:off x="736369" y="310774"/>
          <a:ext cx="932324" cy="9323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688" tIns="12700" rIns="72688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1</a:t>
          </a:r>
        </a:p>
      </dsp:txBody>
      <dsp:txXfrm>
        <a:off x="872905" y="447310"/>
        <a:ext cx="659252" cy="659252"/>
      </dsp:txXfrm>
    </dsp:sp>
    <dsp:sp modelId="{E734A8B3-7838-BD47-B8E5-13FD51866847}">
      <dsp:nvSpPr>
        <dsp:cNvPr id="0" name=""/>
        <dsp:cNvSpPr/>
      </dsp:nvSpPr>
      <dsp:spPr>
        <a:xfrm>
          <a:off x="0" y="3107676"/>
          <a:ext cx="2405062" cy="72"/>
        </a:xfrm>
        <a:prstGeom prst="rect">
          <a:avLst/>
        </a:prstGeom>
        <a:solidFill>
          <a:schemeClr val="accent2">
            <a:hueOff val="-2070378"/>
            <a:satOff val="9172"/>
            <a:lumOff val="-3373"/>
            <a:alphaOff val="0"/>
          </a:schemeClr>
        </a:solidFill>
        <a:ln w="12700" cap="flat" cmpd="sng" algn="ctr">
          <a:solidFill>
            <a:schemeClr val="accent2">
              <a:hueOff val="-2070378"/>
              <a:satOff val="9172"/>
              <a:lumOff val="-3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4A999-EA48-8A47-933F-7B916AB087A3}">
      <dsp:nvSpPr>
        <dsp:cNvPr id="0" name=""/>
        <dsp:cNvSpPr/>
      </dsp:nvSpPr>
      <dsp:spPr>
        <a:xfrm>
          <a:off x="2645568" y="0"/>
          <a:ext cx="2405062" cy="3107748"/>
        </a:xfrm>
        <a:prstGeom prst="rect">
          <a:avLst/>
        </a:prstGeom>
        <a:solidFill>
          <a:schemeClr val="accent2">
            <a:tint val="40000"/>
            <a:alpha val="90000"/>
            <a:hueOff val="-5472993"/>
            <a:satOff val="15661"/>
            <a:lumOff val="-104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472993"/>
              <a:satOff val="15661"/>
              <a:lumOff val="-10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08" tIns="330200" rIns="18750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audio features to train a deep learning model.</a:t>
          </a:r>
        </a:p>
      </dsp:txBody>
      <dsp:txXfrm>
        <a:off x="2645568" y="1180944"/>
        <a:ext cx="2405062" cy="1864648"/>
      </dsp:txXfrm>
    </dsp:sp>
    <dsp:sp modelId="{4A29635F-38AB-2244-9F95-E24E4A6E0531}">
      <dsp:nvSpPr>
        <dsp:cNvPr id="0" name=""/>
        <dsp:cNvSpPr/>
      </dsp:nvSpPr>
      <dsp:spPr>
        <a:xfrm>
          <a:off x="3381937" y="310774"/>
          <a:ext cx="932324" cy="932324"/>
        </a:xfrm>
        <a:prstGeom prst="ellipse">
          <a:avLst/>
        </a:prstGeom>
        <a:solidFill>
          <a:schemeClr val="accent2">
            <a:hueOff val="-4140755"/>
            <a:satOff val="18344"/>
            <a:lumOff val="-6746"/>
            <a:alphaOff val="0"/>
          </a:schemeClr>
        </a:solidFill>
        <a:ln w="12700" cap="flat" cmpd="sng" algn="ctr">
          <a:solidFill>
            <a:schemeClr val="accent2">
              <a:hueOff val="-4140755"/>
              <a:satOff val="18344"/>
              <a:lumOff val="-67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688" tIns="12700" rIns="72688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2</a:t>
          </a:r>
        </a:p>
      </dsp:txBody>
      <dsp:txXfrm>
        <a:off x="3518473" y="447310"/>
        <a:ext cx="659252" cy="659252"/>
      </dsp:txXfrm>
    </dsp:sp>
    <dsp:sp modelId="{5750CFC6-F23D-8C47-9662-C3284444B9CD}">
      <dsp:nvSpPr>
        <dsp:cNvPr id="0" name=""/>
        <dsp:cNvSpPr/>
      </dsp:nvSpPr>
      <dsp:spPr>
        <a:xfrm>
          <a:off x="2645568" y="3107676"/>
          <a:ext cx="2405062" cy="72"/>
        </a:xfrm>
        <a:prstGeom prst="rect">
          <a:avLst/>
        </a:prstGeom>
        <a:solidFill>
          <a:schemeClr val="accent2">
            <a:hueOff val="-6211133"/>
            <a:satOff val="27515"/>
            <a:lumOff val="-10118"/>
            <a:alphaOff val="0"/>
          </a:schemeClr>
        </a:solidFill>
        <a:ln w="12700" cap="flat" cmpd="sng" algn="ctr">
          <a:solidFill>
            <a:schemeClr val="accent2">
              <a:hueOff val="-6211133"/>
              <a:satOff val="27515"/>
              <a:lumOff val="-101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E7EE18-C60F-E64B-816D-A6BBBF1DE421}">
      <dsp:nvSpPr>
        <dsp:cNvPr id="0" name=""/>
        <dsp:cNvSpPr/>
      </dsp:nvSpPr>
      <dsp:spPr>
        <a:xfrm>
          <a:off x="5291137" y="0"/>
          <a:ext cx="2405062" cy="3107748"/>
        </a:xfrm>
        <a:prstGeom prst="rect">
          <a:avLst/>
        </a:prstGeom>
        <a:solidFill>
          <a:schemeClr val="accent2">
            <a:tint val="40000"/>
            <a:alpha val="90000"/>
            <a:hueOff val="-10945986"/>
            <a:satOff val="31321"/>
            <a:lumOff val="-208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0945986"/>
              <a:satOff val="31321"/>
              <a:lumOff val="-20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08" tIns="330200" rIns="18750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Make predictions on new heart sound files.</a:t>
          </a:r>
        </a:p>
      </dsp:txBody>
      <dsp:txXfrm>
        <a:off x="5291137" y="1180944"/>
        <a:ext cx="2405062" cy="1864648"/>
      </dsp:txXfrm>
    </dsp:sp>
    <dsp:sp modelId="{EA750FEF-084F-CD4F-BA5E-2AB57CBF5FFD}">
      <dsp:nvSpPr>
        <dsp:cNvPr id="0" name=""/>
        <dsp:cNvSpPr/>
      </dsp:nvSpPr>
      <dsp:spPr>
        <a:xfrm>
          <a:off x="6027506" y="310774"/>
          <a:ext cx="932324" cy="932324"/>
        </a:xfrm>
        <a:prstGeom prst="ellipse">
          <a:avLst/>
        </a:prstGeom>
        <a:solidFill>
          <a:schemeClr val="accent2">
            <a:hueOff val="-8281511"/>
            <a:satOff val="36687"/>
            <a:lumOff val="-13491"/>
            <a:alphaOff val="0"/>
          </a:schemeClr>
        </a:solidFill>
        <a:ln w="12700" cap="flat" cmpd="sng" algn="ctr">
          <a:solidFill>
            <a:schemeClr val="accent2">
              <a:hueOff val="-8281511"/>
              <a:satOff val="36687"/>
              <a:lumOff val="-134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688" tIns="12700" rIns="72688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3</a:t>
          </a:r>
        </a:p>
      </dsp:txBody>
      <dsp:txXfrm>
        <a:off x="6164042" y="447310"/>
        <a:ext cx="659252" cy="659252"/>
      </dsp:txXfrm>
    </dsp:sp>
    <dsp:sp modelId="{25C07746-1B2A-F24D-81B3-B1FB065EBB9F}">
      <dsp:nvSpPr>
        <dsp:cNvPr id="0" name=""/>
        <dsp:cNvSpPr/>
      </dsp:nvSpPr>
      <dsp:spPr>
        <a:xfrm>
          <a:off x="5291137" y="3107676"/>
          <a:ext cx="2405062" cy="72"/>
        </a:xfrm>
        <a:prstGeom prst="rect">
          <a:avLst/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 w="12700" cap="flat" cmpd="sng" algn="ctr">
          <a:solidFill>
            <a:schemeClr val="accent2">
              <a:hueOff val="-10351888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901FE-8F65-42CE-8789-039325EA95C1}">
      <dsp:nvSpPr>
        <dsp:cNvPr id="0" name=""/>
        <dsp:cNvSpPr/>
      </dsp:nvSpPr>
      <dsp:spPr>
        <a:xfrm>
          <a:off x="0" y="515"/>
          <a:ext cx="7696200" cy="12052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F0FA12-47AA-480F-8616-6DE711F5AF59}">
      <dsp:nvSpPr>
        <dsp:cNvPr id="0" name=""/>
        <dsp:cNvSpPr/>
      </dsp:nvSpPr>
      <dsp:spPr>
        <a:xfrm>
          <a:off x="364602" y="271707"/>
          <a:ext cx="662914" cy="6629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32192F-DB64-47FB-A8B4-943D7C87B53B}">
      <dsp:nvSpPr>
        <dsp:cNvPr id="0" name=""/>
        <dsp:cNvSpPr/>
      </dsp:nvSpPr>
      <dsp:spPr>
        <a:xfrm>
          <a:off x="1392119" y="515"/>
          <a:ext cx="6304080" cy="1205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561" tIns="127561" rIns="127561" bIns="12756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 used two datasets: one from Kaggle and one from Mendeley.</a:t>
          </a:r>
        </a:p>
      </dsp:txBody>
      <dsp:txXfrm>
        <a:off x="1392119" y="515"/>
        <a:ext cx="6304080" cy="1205298"/>
      </dsp:txXfrm>
    </dsp:sp>
    <dsp:sp modelId="{80FCE4CB-FC18-4B4A-ADC7-E9B1B9520D8F}">
      <dsp:nvSpPr>
        <dsp:cNvPr id="0" name=""/>
        <dsp:cNvSpPr/>
      </dsp:nvSpPr>
      <dsp:spPr>
        <a:xfrm>
          <a:off x="0" y="1507138"/>
          <a:ext cx="7696200" cy="120529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1FDC42-BB94-4C8C-A0C0-FD54F1187990}">
      <dsp:nvSpPr>
        <dsp:cNvPr id="0" name=""/>
        <dsp:cNvSpPr/>
      </dsp:nvSpPr>
      <dsp:spPr>
        <a:xfrm>
          <a:off x="364602" y="1778330"/>
          <a:ext cx="662914" cy="6629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0E612-9DDD-4538-B116-D7EDA31498DD}">
      <dsp:nvSpPr>
        <dsp:cNvPr id="0" name=""/>
        <dsp:cNvSpPr/>
      </dsp:nvSpPr>
      <dsp:spPr>
        <a:xfrm>
          <a:off x="1392119" y="1507138"/>
          <a:ext cx="6304080" cy="1205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561" tIns="127561" rIns="127561" bIns="12756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Both datasets include different types of heart sounds in WAV format </a:t>
          </a:r>
          <a:r>
            <a:rPr lang="en-US" sz="2500" kern="1200" dirty="0" err="1"/>
            <a:t>upto</a:t>
          </a:r>
          <a:r>
            <a:rPr lang="en-US" sz="2500" kern="1200" dirty="0"/>
            <a:t> 400 Audio files.</a:t>
          </a:r>
        </a:p>
      </dsp:txBody>
      <dsp:txXfrm>
        <a:off x="1392119" y="1507138"/>
        <a:ext cx="6304080" cy="1205298"/>
      </dsp:txXfrm>
    </dsp:sp>
    <dsp:sp modelId="{0872D600-EADB-44C2-9D88-435CC4759BCE}">
      <dsp:nvSpPr>
        <dsp:cNvPr id="0" name=""/>
        <dsp:cNvSpPr/>
      </dsp:nvSpPr>
      <dsp:spPr>
        <a:xfrm>
          <a:off x="0" y="3013761"/>
          <a:ext cx="7696200" cy="12052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C1AE37-54C7-4DA6-A966-183BDEB71249}">
      <dsp:nvSpPr>
        <dsp:cNvPr id="0" name=""/>
        <dsp:cNvSpPr/>
      </dsp:nvSpPr>
      <dsp:spPr>
        <a:xfrm>
          <a:off x="364602" y="3284953"/>
          <a:ext cx="662914" cy="6629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51CA4-9472-426B-9A8D-C174F00A3CC4}">
      <dsp:nvSpPr>
        <dsp:cNvPr id="0" name=""/>
        <dsp:cNvSpPr/>
      </dsp:nvSpPr>
      <dsp:spPr>
        <a:xfrm>
          <a:off x="1392119" y="3013761"/>
          <a:ext cx="6304080" cy="1205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561" tIns="127561" rIns="127561" bIns="12756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They contain normal, murmur, extrasystole, and noisy recordings. </a:t>
          </a:r>
        </a:p>
      </dsp:txBody>
      <dsp:txXfrm>
        <a:off x="1392119" y="3013761"/>
        <a:ext cx="6304080" cy="12052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4202B8-A666-4769-BEA8-705FA619FEAE}">
      <dsp:nvSpPr>
        <dsp:cNvPr id="0" name=""/>
        <dsp:cNvSpPr/>
      </dsp:nvSpPr>
      <dsp:spPr>
        <a:xfrm>
          <a:off x="0" y="644"/>
          <a:ext cx="4613672" cy="15073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344A7-5E90-4B1B-9DB9-A5C0F964F898}">
      <dsp:nvSpPr>
        <dsp:cNvPr id="0" name=""/>
        <dsp:cNvSpPr/>
      </dsp:nvSpPr>
      <dsp:spPr>
        <a:xfrm>
          <a:off x="455959" y="339787"/>
          <a:ext cx="829016" cy="8290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D97A1-00EF-4D3E-BFCB-68658CD60F8B}">
      <dsp:nvSpPr>
        <dsp:cNvPr id="0" name=""/>
        <dsp:cNvSpPr/>
      </dsp:nvSpPr>
      <dsp:spPr>
        <a:xfrm>
          <a:off x="1740935" y="644"/>
          <a:ext cx="2872736" cy="1507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23" tIns="159523" rIns="159523" bIns="1595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 cleaned and trimmed audio to a fixed duration.</a:t>
          </a:r>
        </a:p>
      </dsp:txBody>
      <dsp:txXfrm>
        <a:off x="1740935" y="644"/>
        <a:ext cx="2872736" cy="1507303"/>
      </dsp:txXfrm>
    </dsp:sp>
    <dsp:sp modelId="{E1D360FE-832C-4807-9587-CFCE1990D43A}">
      <dsp:nvSpPr>
        <dsp:cNvPr id="0" name=""/>
        <dsp:cNvSpPr/>
      </dsp:nvSpPr>
      <dsp:spPr>
        <a:xfrm>
          <a:off x="0" y="1884773"/>
          <a:ext cx="4613672" cy="15073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7A9775-2517-4E82-AF20-8E8143B3E610}">
      <dsp:nvSpPr>
        <dsp:cNvPr id="0" name=""/>
        <dsp:cNvSpPr/>
      </dsp:nvSpPr>
      <dsp:spPr>
        <a:xfrm>
          <a:off x="455959" y="2223916"/>
          <a:ext cx="829016" cy="8290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2145D2-E6B4-47EF-9E16-FB41CAC01666}">
      <dsp:nvSpPr>
        <dsp:cNvPr id="0" name=""/>
        <dsp:cNvSpPr/>
      </dsp:nvSpPr>
      <dsp:spPr>
        <a:xfrm>
          <a:off x="1740935" y="1884773"/>
          <a:ext cx="2872736" cy="1507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23" tIns="159523" rIns="159523" bIns="1595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Converted each recording into a Mel‑Spectrogram.</a:t>
          </a:r>
        </a:p>
      </dsp:txBody>
      <dsp:txXfrm>
        <a:off x="1740935" y="1884773"/>
        <a:ext cx="2872736" cy="1507303"/>
      </dsp:txXfrm>
    </dsp:sp>
    <dsp:sp modelId="{58E663D4-C3D0-41AB-985E-31763A9DB2EF}">
      <dsp:nvSpPr>
        <dsp:cNvPr id="0" name=""/>
        <dsp:cNvSpPr/>
      </dsp:nvSpPr>
      <dsp:spPr>
        <a:xfrm>
          <a:off x="0" y="3768902"/>
          <a:ext cx="4613672" cy="15073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AEBC47-236F-4FA9-B457-4396AA01162D}">
      <dsp:nvSpPr>
        <dsp:cNvPr id="0" name=""/>
        <dsp:cNvSpPr/>
      </dsp:nvSpPr>
      <dsp:spPr>
        <a:xfrm>
          <a:off x="455959" y="4108045"/>
          <a:ext cx="829016" cy="8290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3D6B5D-706D-4865-B08D-28C9466A5F9C}">
      <dsp:nvSpPr>
        <dsp:cNvPr id="0" name=""/>
        <dsp:cNvSpPr/>
      </dsp:nvSpPr>
      <dsp:spPr>
        <a:xfrm>
          <a:off x="1740935" y="3768902"/>
          <a:ext cx="2872736" cy="1507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23" tIns="159523" rIns="159523" bIns="1595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This creates an image-like form that the model can learn from.</a:t>
          </a:r>
        </a:p>
      </dsp:txBody>
      <dsp:txXfrm>
        <a:off x="1740935" y="3768902"/>
        <a:ext cx="2872736" cy="15073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CF20BF-AFBF-4902-A950-E4DBF8981180}">
      <dsp:nvSpPr>
        <dsp:cNvPr id="0" name=""/>
        <dsp:cNvSpPr/>
      </dsp:nvSpPr>
      <dsp:spPr>
        <a:xfrm>
          <a:off x="823453" y="393338"/>
          <a:ext cx="976599" cy="9765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C5572-561A-44A1-ADB2-6E6C19D995EC}">
      <dsp:nvSpPr>
        <dsp:cNvPr id="0" name=""/>
        <dsp:cNvSpPr/>
      </dsp:nvSpPr>
      <dsp:spPr>
        <a:xfrm>
          <a:off x="226642" y="1669469"/>
          <a:ext cx="217022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 used a CNN because it works well with image-like inputs.</a:t>
          </a:r>
        </a:p>
      </dsp:txBody>
      <dsp:txXfrm>
        <a:off x="226642" y="1669469"/>
        <a:ext cx="2170220" cy="720000"/>
      </dsp:txXfrm>
    </dsp:sp>
    <dsp:sp modelId="{B7E76493-5747-4D44-B2E9-C4E3D33F16F9}">
      <dsp:nvSpPr>
        <dsp:cNvPr id="0" name=""/>
        <dsp:cNvSpPr/>
      </dsp:nvSpPr>
      <dsp:spPr>
        <a:xfrm>
          <a:off x="3373461" y="393338"/>
          <a:ext cx="976599" cy="9765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AE7EC-76DF-4673-BA15-4804ADD52A8C}">
      <dsp:nvSpPr>
        <dsp:cNvPr id="0" name=""/>
        <dsp:cNvSpPr/>
      </dsp:nvSpPr>
      <dsp:spPr>
        <a:xfrm>
          <a:off x="2776651" y="1669469"/>
          <a:ext cx="217022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Input: Mel‑Spectrogram of the heart sound.</a:t>
          </a:r>
        </a:p>
      </dsp:txBody>
      <dsp:txXfrm>
        <a:off x="2776651" y="1669469"/>
        <a:ext cx="2170220" cy="720000"/>
      </dsp:txXfrm>
    </dsp:sp>
    <dsp:sp modelId="{08A681DB-FA04-4DDB-8829-3BFB5FBEF552}">
      <dsp:nvSpPr>
        <dsp:cNvPr id="0" name=""/>
        <dsp:cNvSpPr/>
      </dsp:nvSpPr>
      <dsp:spPr>
        <a:xfrm>
          <a:off x="5923470" y="393338"/>
          <a:ext cx="976599" cy="9765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C2FF9B-AD30-4FCA-81D5-142436763158}">
      <dsp:nvSpPr>
        <dsp:cNvPr id="0" name=""/>
        <dsp:cNvSpPr/>
      </dsp:nvSpPr>
      <dsp:spPr>
        <a:xfrm>
          <a:off x="5326660" y="1669469"/>
          <a:ext cx="217022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Output: Predicted heart condition.</a:t>
          </a:r>
        </a:p>
      </dsp:txBody>
      <dsp:txXfrm>
        <a:off x="5326660" y="1669469"/>
        <a:ext cx="217022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838F53-795D-47C3-ADCB-EA0973EE58EA}">
      <dsp:nvSpPr>
        <dsp:cNvPr id="0" name=""/>
        <dsp:cNvSpPr/>
      </dsp:nvSpPr>
      <dsp:spPr>
        <a:xfrm>
          <a:off x="333753" y="533991"/>
          <a:ext cx="1036880" cy="103688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55B019-01E3-424D-B47B-D7D1230DA5D1}">
      <dsp:nvSpPr>
        <dsp:cNvPr id="0" name=""/>
        <dsp:cNvSpPr/>
      </dsp:nvSpPr>
      <dsp:spPr>
        <a:xfrm>
          <a:off x="554728" y="754965"/>
          <a:ext cx="594931" cy="5949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B1DC2-92EC-4B5C-ADCC-C15C8C4E3627}">
      <dsp:nvSpPr>
        <dsp:cNvPr id="0" name=""/>
        <dsp:cNvSpPr/>
      </dsp:nvSpPr>
      <dsp:spPr>
        <a:xfrm>
          <a:off x="2291" y="1893834"/>
          <a:ext cx="1699804" cy="679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The audio file is loaded and played.</a:t>
          </a:r>
        </a:p>
      </dsp:txBody>
      <dsp:txXfrm>
        <a:off x="2291" y="1893834"/>
        <a:ext cx="1699804" cy="679921"/>
      </dsp:txXfrm>
    </dsp:sp>
    <dsp:sp modelId="{BF2FA278-20A0-4909-85D2-26DDA5B5A794}">
      <dsp:nvSpPr>
        <dsp:cNvPr id="0" name=""/>
        <dsp:cNvSpPr/>
      </dsp:nvSpPr>
      <dsp:spPr>
        <a:xfrm>
          <a:off x="2331024" y="533991"/>
          <a:ext cx="1036880" cy="103688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1449BB-3D40-44A0-B79F-573618903664}">
      <dsp:nvSpPr>
        <dsp:cNvPr id="0" name=""/>
        <dsp:cNvSpPr/>
      </dsp:nvSpPr>
      <dsp:spPr>
        <a:xfrm>
          <a:off x="2551998" y="754965"/>
          <a:ext cx="594931" cy="5949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CCE8E-B964-4E08-9098-7AB81B3306D4}">
      <dsp:nvSpPr>
        <dsp:cNvPr id="0" name=""/>
        <dsp:cNvSpPr/>
      </dsp:nvSpPr>
      <dsp:spPr>
        <a:xfrm>
          <a:off x="1999562" y="1893834"/>
          <a:ext cx="1699804" cy="679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Waveform and spectrogram are generated.</a:t>
          </a:r>
        </a:p>
      </dsp:txBody>
      <dsp:txXfrm>
        <a:off x="1999562" y="1893834"/>
        <a:ext cx="1699804" cy="679921"/>
      </dsp:txXfrm>
    </dsp:sp>
    <dsp:sp modelId="{878AF8C4-1263-474F-A34E-86BEA771F1B6}">
      <dsp:nvSpPr>
        <dsp:cNvPr id="0" name=""/>
        <dsp:cNvSpPr/>
      </dsp:nvSpPr>
      <dsp:spPr>
        <a:xfrm>
          <a:off x="4328294" y="533991"/>
          <a:ext cx="1036880" cy="10368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40E509-C3C9-44C8-A418-BCF41FC250A5}">
      <dsp:nvSpPr>
        <dsp:cNvPr id="0" name=""/>
        <dsp:cNvSpPr/>
      </dsp:nvSpPr>
      <dsp:spPr>
        <a:xfrm>
          <a:off x="4549269" y="754965"/>
          <a:ext cx="594931" cy="5949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AB3FA3-0C19-4281-A924-12A6DF9183AA}">
      <dsp:nvSpPr>
        <dsp:cNvPr id="0" name=""/>
        <dsp:cNvSpPr/>
      </dsp:nvSpPr>
      <dsp:spPr>
        <a:xfrm>
          <a:off x="3996832" y="1893834"/>
          <a:ext cx="1699804" cy="679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The model analyses the spectrogram and gives the predicted class.</a:t>
          </a:r>
        </a:p>
      </dsp:txBody>
      <dsp:txXfrm>
        <a:off x="3996832" y="1893834"/>
        <a:ext cx="1699804" cy="679921"/>
      </dsp:txXfrm>
    </dsp:sp>
    <dsp:sp modelId="{BBA9BA84-63E7-4B9C-A05E-FE3C558F7D45}">
      <dsp:nvSpPr>
        <dsp:cNvPr id="0" name=""/>
        <dsp:cNvSpPr/>
      </dsp:nvSpPr>
      <dsp:spPr>
        <a:xfrm>
          <a:off x="6325565" y="533991"/>
          <a:ext cx="1036880" cy="103688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17E3AA-20AE-4323-86D3-BA0CBFE16883}">
      <dsp:nvSpPr>
        <dsp:cNvPr id="0" name=""/>
        <dsp:cNvSpPr/>
      </dsp:nvSpPr>
      <dsp:spPr>
        <a:xfrm>
          <a:off x="6546539" y="754965"/>
          <a:ext cx="594931" cy="5949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27B75B-4A54-4362-9B17-750231029B9D}">
      <dsp:nvSpPr>
        <dsp:cNvPr id="0" name=""/>
        <dsp:cNvSpPr/>
      </dsp:nvSpPr>
      <dsp:spPr>
        <a:xfrm>
          <a:off x="5994103" y="1893834"/>
          <a:ext cx="1699804" cy="679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 also show the top‑3 most likely classes.</a:t>
          </a:r>
        </a:p>
      </dsp:txBody>
      <dsp:txXfrm>
        <a:off x="5994103" y="1893834"/>
        <a:ext cx="1699804" cy="67992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B16AA-C059-4332-9D95-1913DF741862}">
      <dsp:nvSpPr>
        <dsp:cNvPr id="0" name=""/>
        <dsp:cNvSpPr/>
      </dsp:nvSpPr>
      <dsp:spPr>
        <a:xfrm>
          <a:off x="0" y="484"/>
          <a:ext cx="4416028" cy="1132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5D1A61-8B58-48B6-A71C-E07B9ED456F9}">
      <dsp:nvSpPr>
        <dsp:cNvPr id="0" name=""/>
        <dsp:cNvSpPr/>
      </dsp:nvSpPr>
      <dsp:spPr>
        <a:xfrm>
          <a:off x="342655" y="255351"/>
          <a:ext cx="623009" cy="6230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A68D2-2604-432A-AD41-5963A78BF4DE}">
      <dsp:nvSpPr>
        <dsp:cNvPr id="0" name=""/>
        <dsp:cNvSpPr/>
      </dsp:nvSpPr>
      <dsp:spPr>
        <a:xfrm>
          <a:off x="1308320" y="484"/>
          <a:ext cx="3107707" cy="1132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882" tIns="119882" rIns="119882" bIns="11988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model was able to classify most heart sounds correctly.</a:t>
          </a:r>
        </a:p>
      </dsp:txBody>
      <dsp:txXfrm>
        <a:off x="1308320" y="484"/>
        <a:ext cx="3107707" cy="1132744"/>
      </dsp:txXfrm>
    </dsp:sp>
    <dsp:sp modelId="{F2E26031-CCA8-4512-A2B7-0647E5012794}">
      <dsp:nvSpPr>
        <dsp:cNvPr id="0" name=""/>
        <dsp:cNvSpPr/>
      </dsp:nvSpPr>
      <dsp:spPr>
        <a:xfrm>
          <a:off x="0" y="1416415"/>
          <a:ext cx="4416028" cy="1132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6BFBF2-C00C-4088-B5B4-6B6CC985F2F3}">
      <dsp:nvSpPr>
        <dsp:cNvPr id="0" name=""/>
        <dsp:cNvSpPr/>
      </dsp:nvSpPr>
      <dsp:spPr>
        <a:xfrm>
          <a:off x="342655" y="1671282"/>
          <a:ext cx="623009" cy="6230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047D51-183A-4FDE-B2E0-5F8897FC7536}">
      <dsp:nvSpPr>
        <dsp:cNvPr id="0" name=""/>
        <dsp:cNvSpPr/>
      </dsp:nvSpPr>
      <dsp:spPr>
        <a:xfrm>
          <a:off x="1308320" y="1416415"/>
          <a:ext cx="3107707" cy="1132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882" tIns="119882" rIns="119882" bIns="11988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also gives confidence scores for each class.</a:t>
          </a:r>
        </a:p>
      </dsp:txBody>
      <dsp:txXfrm>
        <a:off x="1308320" y="1416415"/>
        <a:ext cx="3107707" cy="1132744"/>
      </dsp:txXfrm>
    </dsp:sp>
    <dsp:sp modelId="{C8539FB1-70A6-4367-BB3E-DD8B1EFC5B6A}">
      <dsp:nvSpPr>
        <dsp:cNvPr id="0" name=""/>
        <dsp:cNvSpPr/>
      </dsp:nvSpPr>
      <dsp:spPr>
        <a:xfrm>
          <a:off x="0" y="2832346"/>
          <a:ext cx="4416028" cy="1132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6531B7-2E60-430E-B812-D52C1B6F665D}">
      <dsp:nvSpPr>
        <dsp:cNvPr id="0" name=""/>
        <dsp:cNvSpPr/>
      </dsp:nvSpPr>
      <dsp:spPr>
        <a:xfrm>
          <a:off x="342655" y="3087213"/>
          <a:ext cx="623009" cy="6230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A4066-CE08-4A77-8921-F3E41669F71E}">
      <dsp:nvSpPr>
        <dsp:cNvPr id="0" name=""/>
        <dsp:cNvSpPr/>
      </dsp:nvSpPr>
      <dsp:spPr>
        <a:xfrm>
          <a:off x="1308320" y="2832346"/>
          <a:ext cx="3107707" cy="1132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882" tIns="119882" rIns="119882" bIns="11988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system can be used to test new recordings easily.</a:t>
          </a:r>
        </a:p>
      </dsp:txBody>
      <dsp:txXfrm>
        <a:off x="1308320" y="2832346"/>
        <a:ext cx="3107707" cy="113274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4C7F89-95DB-45A3-A90D-31D285083D52}">
      <dsp:nvSpPr>
        <dsp:cNvPr id="0" name=""/>
        <dsp:cNvSpPr/>
      </dsp:nvSpPr>
      <dsp:spPr>
        <a:xfrm>
          <a:off x="0" y="606"/>
          <a:ext cx="4238625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015F4-AA52-4E08-A523-4DA397EBFBCE}">
      <dsp:nvSpPr>
        <dsp:cNvPr id="0" name=""/>
        <dsp:cNvSpPr/>
      </dsp:nvSpPr>
      <dsp:spPr>
        <a:xfrm>
          <a:off x="429347" y="319956"/>
          <a:ext cx="780632" cy="780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46CE7-0CA0-483A-AF3E-284B95015E9A}">
      <dsp:nvSpPr>
        <dsp:cNvPr id="0" name=""/>
        <dsp:cNvSpPr/>
      </dsp:nvSpPr>
      <dsp:spPr>
        <a:xfrm>
          <a:off x="1639328" y="606"/>
          <a:ext cx="2599296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Some audio files had a lot of background noise.</a:t>
          </a:r>
        </a:p>
      </dsp:txBody>
      <dsp:txXfrm>
        <a:off x="1639328" y="606"/>
        <a:ext cx="2599296" cy="1419331"/>
      </dsp:txXfrm>
    </dsp:sp>
    <dsp:sp modelId="{426C3E02-1291-48A3-8F2B-0E74949A44B9}">
      <dsp:nvSpPr>
        <dsp:cNvPr id="0" name=""/>
        <dsp:cNvSpPr/>
      </dsp:nvSpPr>
      <dsp:spPr>
        <a:xfrm>
          <a:off x="0" y="1774771"/>
          <a:ext cx="4238625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AAAD59-8A91-4949-B359-55C0238A9CEC}">
      <dsp:nvSpPr>
        <dsp:cNvPr id="0" name=""/>
        <dsp:cNvSpPr/>
      </dsp:nvSpPr>
      <dsp:spPr>
        <a:xfrm>
          <a:off x="429347" y="2094121"/>
          <a:ext cx="780632" cy="780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C78FD-A16E-472F-8C99-9FABD18C11E6}">
      <dsp:nvSpPr>
        <dsp:cNvPr id="0" name=""/>
        <dsp:cNvSpPr/>
      </dsp:nvSpPr>
      <dsp:spPr>
        <a:xfrm>
          <a:off x="1639328" y="1774771"/>
          <a:ext cx="2599296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Recordings were taken in different environments.</a:t>
          </a:r>
        </a:p>
      </dsp:txBody>
      <dsp:txXfrm>
        <a:off x="1639328" y="1774771"/>
        <a:ext cx="2599296" cy="1419331"/>
      </dsp:txXfrm>
    </dsp:sp>
    <dsp:sp modelId="{C03F297C-39C8-4E04-B86B-7B58316806BE}">
      <dsp:nvSpPr>
        <dsp:cNvPr id="0" name=""/>
        <dsp:cNvSpPr/>
      </dsp:nvSpPr>
      <dsp:spPr>
        <a:xfrm>
          <a:off x="0" y="3548936"/>
          <a:ext cx="4238625" cy="14193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02507D-2E53-4CB3-ABFC-B189B0EA00C6}">
      <dsp:nvSpPr>
        <dsp:cNvPr id="0" name=""/>
        <dsp:cNvSpPr/>
      </dsp:nvSpPr>
      <dsp:spPr>
        <a:xfrm>
          <a:off x="429347" y="3868286"/>
          <a:ext cx="780632" cy="780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35068-0100-4B24-A46A-E8AA8D326E77}">
      <dsp:nvSpPr>
        <dsp:cNvPr id="0" name=""/>
        <dsp:cNvSpPr/>
      </dsp:nvSpPr>
      <dsp:spPr>
        <a:xfrm>
          <a:off x="1639328" y="3548936"/>
          <a:ext cx="2599296" cy="1419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213" tIns="150213" rIns="150213" bIns="15021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Some classes had fewer samples than others.</a:t>
          </a:r>
        </a:p>
      </dsp:txBody>
      <dsp:txXfrm>
        <a:off x="1639328" y="3548936"/>
        <a:ext cx="2599296" cy="141933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6094BE-3AF4-1244-B267-D8E2870D35A3}">
      <dsp:nvSpPr>
        <dsp:cNvPr id="0" name=""/>
        <dsp:cNvSpPr/>
      </dsp:nvSpPr>
      <dsp:spPr>
        <a:xfrm>
          <a:off x="1187551" y="969"/>
          <a:ext cx="4750204" cy="9936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167" tIns="252375" rIns="92167" bIns="2523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Collect more high‑quality recordings.</a:t>
          </a:r>
        </a:p>
      </dsp:txBody>
      <dsp:txXfrm>
        <a:off x="1187551" y="969"/>
        <a:ext cx="4750204" cy="993603"/>
      </dsp:txXfrm>
    </dsp:sp>
    <dsp:sp modelId="{89E42DF5-ED59-3941-96C8-B59BDB3D6339}">
      <dsp:nvSpPr>
        <dsp:cNvPr id="0" name=""/>
        <dsp:cNvSpPr/>
      </dsp:nvSpPr>
      <dsp:spPr>
        <a:xfrm>
          <a:off x="0" y="969"/>
          <a:ext cx="1187551" cy="9936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41" tIns="98146" rIns="62841" bIns="9814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Collect</a:t>
          </a:r>
        </a:p>
      </dsp:txBody>
      <dsp:txXfrm>
        <a:off x="0" y="969"/>
        <a:ext cx="1187551" cy="993603"/>
      </dsp:txXfrm>
    </dsp:sp>
    <dsp:sp modelId="{F00458AB-75B9-BE43-BD50-52B3120CFEF8}">
      <dsp:nvSpPr>
        <dsp:cNvPr id="0" name=""/>
        <dsp:cNvSpPr/>
      </dsp:nvSpPr>
      <dsp:spPr>
        <a:xfrm>
          <a:off x="1187551" y="1054189"/>
          <a:ext cx="4750204" cy="9936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167" tIns="252375" rIns="92167" bIns="2523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Try advanced models with attention layers.</a:t>
          </a:r>
        </a:p>
      </dsp:txBody>
      <dsp:txXfrm>
        <a:off x="1187551" y="1054189"/>
        <a:ext cx="4750204" cy="993603"/>
      </dsp:txXfrm>
    </dsp:sp>
    <dsp:sp modelId="{92605566-280B-2646-83AD-D260680C3B66}">
      <dsp:nvSpPr>
        <dsp:cNvPr id="0" name=""/>
        <dsp:cNvSpPr/>
      </dsp:nvSpPr>
      <dsp:spPr>
        <a:xfrm>
          <a:off x="0" y="1054189"/>
          <a:ext cx="1187551" cy="9936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41" tIns="98146" rIns="62841" bIns="9814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Try</a:t>
          </a:r>
        </a:p>
      </dsp:txBody>
      <dsp:txXfrm>
        <a:off x="0" y="1054189"/>
        <a:ext cx="1187551" cy="993603"/>
      </dsp:txXfrm>
    </dsp:sp>
    <dsp:sp modelId="{119102BC-C585-874B-BFCF-875021F4DD67}">
      <dsp:nvSpPr>
        <dsp:cNvPr id="0" name=""/>
        <dsp:cNvSpPr/>
      </dsp:nvSpPr>
      <dsp:spPr>
        <a:xfrm>
          <a:off x="1187551" y="2107409"/>
          <a:ext cx="4750204" cy="9936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167" tIns="252375" rIns="92167" bIns="2523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Build a small app where users can upload audio.</a:t>
          </a:r>
        </a:p>
      </dsp:txBody>
      <dsp:txXfrm>
        <a:off x="1187551" y="2107409"/>
        <a:ext cx="4750204" cy="993603"/>
      </dsp:txXfrm>
    </dsp:sp>
    <dsp:sp modelId="{79B15360-FE5D-5E4E-BCAF-BCD1B93F3350}">
      <dsp:nvSpPr>
        <dsp:cNvPr id="0" name=""/>
        <dsp:cNvSpPr/>
      </dsp:nvSpPr>
      <dsp:spPr>
        <a:xfrm>
          <a:off x="0" y="2107409"/>
          <a:ext cx="1187551" cy="9936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41" tIns="98146" rIns="62841" bIns="9814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Build</a:t>
          </a:r>
        </a:p>
      </dsp:txBody>
      <dsp:txXfrm>
        <a:off x="0" y="2107409"/>
        <a:ext cx="1187551" cy="993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76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078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91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8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132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70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6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2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6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3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8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78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eelaleelasaisurya20/Data_Science_Final_Project.g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%3A%2F%2Fwww.researchgate.net%2Ffigure%2FPoint-of-auscultation-AR-Aortic-region-TR-tricuspid-region-PR-pulmonic-region-MR_fig1_23280112&amp;psig=AOvVaw1154oyHhpvnax3dKof3jyB&amp;ust=1764383470452000&amp;source=images&amp;cd=vfe&amp;opi=89978449&amp;ved=2ahUKEwjtuabh5pORAxWVZkEAHSd_GzIQjRx6BAgAEBs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google/dKQvpsFvUZ3gYmB24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pubmed.ncbi.nlm.nih.gov/?term=%22Hong%20C%22%5BAuthor%5D" TargetMode="External"/><Relationship Id="rId13" Type="http://schemas.openxmlformats.org/officeDocument/2006/relationships/hyperlink" Target="https://scholar.google.com/scholar_lookup?journal=J%20Am%20Heart%20Assoc&amp;title=Long%E2%80%90term%20outcomes%20in%20patients%20with%20mixed%20aortic%20valve%20disease%20and%20preserved%20left%20ventricular%20ejection%20fraction&amp;author=N%20Isaza&amp;author=MY%20Desai&amp;author=SR%20Kapadia&amp;author=A%20Krishnaswamy&amp;author=LL%20Rodriguez&amp;volume=9&amp;publication_year=2020&amp;pages=e014591&amp;pmid=32204665&amp;doi=10.1161/JAHA.119.014591&amp;" TargetMode="External"/><Relationship Id="rId3" Type="http://schemas.openxmlformats.org/officeDocument/2006/relationships/hyperlink" Target="https://pubmed.ncbi.nlm.nih.gov/?term=%22Yuan%20JL%22%5BAuthor%5D" TargetMode="External"/><Relationship Id="rId7" Type="http://schemas.openxmlformats.org/officeDocument/2006/relationships/hyperlink" Target="https://pubmed.ncbi.nlm.nih.gov/?term=%22Sun%20L%22%5BAuthor%5D" TargetMode="External"/><Relationship Id="rId12" Type="http://schemas.openxmlformats.org/officeDocument/2006/relationships/hyperlink" Target="https://pubmed.ncbi.nlm.nih.gov/32204665/" TargetMode="External"/><Relationship Id="rId17" Type="http://schemas.openxmlformats.org/officeDocument/2006/relationships/hyperlink" Target="https://www.sciencedirect.com/science/article/pii/S014067362302754X" TargetMode="External"/><Relationship Id="rId2" Type="http://schemas.openxmlformats.org/officeDocument/2006/relationships/hyperlink" Target="https://pubmed.ncbi.nlm.nih.gov/?term=%22Xiao%20W%22%5BAuthor%5D" TargetMode="External"/><Relationship Id="rId16" Type="http://schemas.openxmlformats.org/officeDocument/2006/relationships/hyperlink" Target="https://doi.org/10.1016/S0140-6736(23)02754-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med.ncbi.nlm.nih.gov/?term=%22Zhang%20C%22%5BAuthor%5D" TargetMode="External"/><Relationship Id="rId11" Type="http://schemas.openxmlformats.org/officeDocument/2006/relationships/hyperlink" Target="https://pmc.ncbi.nlm.nih.gov/articles/PMC7428636/" TargetMode="External"/><Relationship Id="rId5" Type="http://schemas.openxmlformats.org/officeDocument/2006/relationships/hyperlink" Target="https://pubmed.ncbi.nlm.nih.gov/?term=%22Ma%20G%22%5BAuthor%5D" TargetMode="External"/><Relationship Id="rId15" Type="http://schemas.openxmlformats.org/officeDocument/2006/relationships/hyperlink" Target="mailto:partho.sengupta@rutgers.edu" TargetMode="External"/><Relationship Id="rId10" Type="http://schemas.openxmlformats.org/officeDocument/2006/relationships/hyperlink" Target="https://doi.org/10.1161/JAHA.119.014591" TargetMode="External"/><Relationship Id="rId4" Type="http://schemas.openxmlformats.org/officeDocument/2006/relationships/hyperlink" Target="https://pubmed.ncbi.nlm.nih.gov/?term=%22Chen%20Y%22%5BAuthor%5D" TargetMode="External"/><Relationship Id="rId9" Type="http://schemas.openxmlformats.org/officeDocument/2006/relationships/hyperlink" Target="https://pubmed.ncbi.nlm.nih.gov/?term=%22Ye%20T%22%5BAuthor%5D" TargetMode="External"/><Relationship Id="rId14" Type="http://schemas.openxmlformats.org/officeDocument/2006/relationships/hyperlink" Target="https://www.thelancet.com/journals/lancet/article/PIIS0140-6736(23)02754-X/abstract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8D508C-A317-451C-AB61-8A699E35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6054" y="0"/>
            <a:ext cx="457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6097" y="1174415"/>
            <a:ext cx="6743700" cy="2235732"/>
          </a:xfrm>
        </p:spPr>
        <p:txBody>
          <a:bodyPr>
            <a:normAutofit fontScale="90000"/>
          </a:bodyPr>
          <a:lstStyle/>
          <a:p>
            <a:r>
              <a:rPr lang="en-US" dirty="0"/>
              <a:t>Heart Sound Classification Project</a:t>
            </a:r>
            <a:br>
              <a:rPr lang="en-US" dirty="0"/>
            </a:br>
            <a:br>
              <a:rPr lang="en-US" dirty="0"/>
            </a:br>
            <a:r>
              <a:rPr lang="en-US" sz="2200" dirty="0"/>
              <a:t>Title: Prediction of Heart Failure and Heart Valve Disorders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215" y="3640343"/>
            <a:ext cx="4168975" cy="2043242"/>
          </a:xfrm>
        </p:spPr>
        <p:txBody>
          <a:bodyPr>
            <a:noAutofit/>
          </a:bodyPr>
          <a:lstStyle/>
          <a:p>
            <a:pPr algn="r">
              <a:lnSpc>
                <a:spcPct val="90000"/>
              </a:lnSpc>
            </a:pPr>
            <a:r>
              <a:rPr lang="en-US" sz="2400" dirty="0">
                <a:solidFill>
                  <a:srgbClr val="FFFFFF"/>
                </a:solidFill>
              </a:rPr>
              <a:t> Leela Sai Surya </a:t>
            </a:r>
            <a:r>
              <a:rPr lang="en-US" sz="2400" dirty="0" err="1">
                <a:solidFill>
                  <a:srgbClr val="FFFFFF"/>
                </a:solidFill>
              </a:rPr>
              <a:t>Peela</a:t>
            </a:r>
            <a:endParaRPr lang="en-US" sz="2400" dirty="0">
              <a:solidFill>
                <a:srgbClr val="FFFFFF"/>
              </a:solidFill>
            </a:endParaRPr>
          </a:p>
          <a:p>
            <a:pPr algn="r">
              <a:lnSpc>
                <a:spcPct val="90000"/>
              </a:lnSpc>
            </a:pPr>
            <a:r>
              <a:rPr lang="en-US" sz="2400" dirty="0">
                <a:solidFill>
                  <a:srgbClr val="FFFFFF"/>
                </a:solidFill>
              </a:rPr>
              <a:t>23088635</a:t>
            </a:r>
          </a:p>
          <a:p>
            <a:pPr algn="r">
              <a:lnSpc>
                <a:spcPct val="90000"/>
              </a:lnSpc>
            </a:pPr>
            <a:r>
              <a:rPr lang="en-US" sz="2400" dirty="0">
                <a:solidFill>
                  <a:srgbClr val="FFFFFF"/>
                </a:solidFill>
              </a:rPr>
              <a:t>M.Sc. Data Science Student</a:t>
            </a:r>
          </a:p>
          <a:p>
            <a:pPr algn="r">
              <a:lnSpc>
                <a:spcPct val="90000"/>
              </a:lnSpc>
            </a:pPr>
            <a:r>
              <a:rPr lang="en-US" sz="2400" dirty="0">
                <a:solidFill>
                  <a:srgbClr val="FFFFFF"/>
                </a:solidFill>
              </a:rPr>
              <a:t>University of Hertfordshire</a:t>
            </a:r>
          </a:p>
          <a:p>
            <a:pPr algn="r">
              <a:lnSpc>
                <a:spcPct val="90000"/>
              </a:lnSpc>
            </a:pP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7D30B9-E484-ED01-77BF-3DBA282811A9}"/>
              </a:ext>
            </a:extLst>
          </p:cNvPr>
          <p:cNvSpPr txBox="1"/>
          <p:nvPr/>
        </p:nvSpPr>
        <p:spPr>
          <a:xfrm>
            <a:off x="1196097" y="6021073"/>
            <a:ext cx="7117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GITHUB LINK:  </a:t>
            </a:r>
            <a:r>
              <a:rPr lang="en-IN" dirty="0">
                <a:hlinkClick r:id="rId2"/>
              </a:rPr>
              <a:t>https://github.com/peelaleelasaisurya20/Data_Science_Final_Project.git</a:t>
            </a:r>
            <a:endParaRPr lang="en-I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 Chose This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5F9B27-9330-4A05-D719-88D7517838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06045" y="2638045"/>
          <a:ext cx="5937755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D95D6B4-02E9-7CDE-69A0-E0B8B36C22A1}"/>
              </a:ext>
            </a:extLst>
          </p:cNvPr>
          <p:cNvSpPr txBox="1"/>
          <p:nvPr/>
        </p:nvSpPr>
        <p:spPr>
          <a:xfrm>
            <a:off x="1113568" y="295391"/>
            <a:ext cx="2717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INTRODUCTION :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AF33C27-9C85-4B30-9AD7-879D48AFE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089DD-882D-4413-B8BF-4798BFD84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3278" y="0"/>
            <a:ext cx="349072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5878" y="2681103"/>
            <a:ext cx="2522980" cy="1495794"/>
          </a:xfrm>
          <a:noFill/>
          <a:ln>
            <a:solidFill>
              <a:srgbClr val="FFFFFF"/>
            </a:solidFill>
          </a:ln>
        </p:spPr>
        <p:txBody>
          <a:bodyPr wrap="square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Basics of Heart Sounds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6CB228-CBAA-3C82-B184-832500DE42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2013906"/>
              </p:ext>
            </p:extLst>
          </p:nvPr>
        </p:nvGraphicFramePr>
        <p:xfrm>
          <a:off x="690562" y="965200"/>
          <a:ext cx="4238625" cy="496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883" y="2286000"/>
            <a:ext cx="1714500" cy="2286000"/>
          </a:xfrm>
          <a:prstGeom prst="flowChartDocument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Auscultation Points</a:t>
            </a:r>
          </a:p>
        </p:txBody>
      </p:sp>
      <p:sp>
        <p:nvSpPr>
          <p:cNvPr id="13" name="Flowchart: Document 7">
            <a:extLst>
              <a:ext uri="{FF2B5EF4-FFF2-40B4-BE49-F238E27FC236}">
                <a16:creationId xmlns:a16="http://schemas.microsoft.com/office/drawing/2014/main" id="{1E14715B-2E40-4760-AE23-026845A30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2439" y="2121408"/>
            <a:ext cx="1961388" cy="2615184"/>
          </a:xfrm>
          <a:prstGeom prst="flowChartDocument">
            <a:avLst/>
          </a:prstGeom>
          <a:noFill/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D08429-4C7A-4C37-848C-C1613E31D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08512" y="640080"/>
            <a:ext cx="5747004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8F4B2B-96EA-4C0F-84D3-5728F7CF0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5385" y="802767"/>
            <a:ext cx="5493258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07190a43-9cfb-49f2-ba9f-dd7a9fe0eb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174" y="1122807"/>
            <a:ext cx="4297680" cy="4297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4D0386-7700-2A46-3385-C79BBD27ED71}"/>
              </a:ext>
            </a:extLst>
          </p:cNvPr>
          <p:cNvSpPr txBox="1"/>
          <p:nvPr/>
        </p:nvSpPr>
        <p:spPr>
          <a:xfrm>
            <a:off x="488484" y="517308"/>
            <a:ext cx="2658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AR: aortic valve regurgitation</a:t>
            </a:r>
          </a:p>
          <a:p>
            <a:r>
              <a:rPr lang="en-IN" dirty="0"/>
              <a:t>TR:  Tricuspid valve regurgitation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EEC2E4-CCE7-329B-E82D-EDFB5BB2BB44}"/>
              </a:ext>
            </a:extLst>
          </p:cNvPr>
          <p:cNvSpPr txBox="1"/>
          <p:nvPr/>
        </p:nvSpPr>
        <p:spPr>
          <a:xfrm>
            <a:off x="313877" y="4785181"/>
            <a:ext cx="2658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PR: Pulmonary valve regurgitation</a:t>
            </a:r>
          </a:p>
          <a:p>
            <a:r>
              <a:rPr lang="en-IN" dirty="0"/>
              <a:t>MR: Mitral valve regurgitation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1EAA62-B257-5540-A155-FE6F45D99D8A}"/>
              </a:ext>
            </a:extLst>
          </p:cNvPr>
          <p:cNvSpPr txBox="1"/>
          <p:nvPr/>
        </p:nvSpPr>
        <p:spPr>
          <a:xfrm>
            <a:off x="3633174" y="5997085"/>
            <a:ext cx="4098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</a:t>
            </a:r>
            <a:r>
              <a:rPr lang="en-IN" i="1" dirty="0">
                <a:hlinkClick r:id="rId3"/>
              </a:rPr>
              <a:t>: Auscultation points</a:t>
            </a:r>
            <a:endParaRPr lang="en-IN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883" y="2286000"/>
            <a:ext cx="1714500" cy="2286000"/>
          </a:xfrm>
          <a:prstGeom prst="flowChartDocument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Normal vs Regurgitation</a:t>
            </a:r>
          </a:p>
        </p:txBody>
      </p:sp>
      <p:sp>
        <p:nvSpPr>
          <p:cNvPr id="13" name="Flowchart: Document 7">
            <a:extLst>
              <a:ext uri="{FF2B5EF4-FFF2-40B4-BE49-F238E27FC236}">
                <a16:creationId xmlns:a16="http://schemas.microsoft.com/office/drawing/2014/main" id="{7AE0801D-DF9E-4C9B-BA1D-FF230718E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2439" y="2121408"/>
            <a:ext cx="1961388" cy="2615184"/>
          </a:xfrm>
          <a:prstGeom prst="flowChartDocument">
            <a:avLst/>
          </a:prstGeom>
          <a:noFill/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A55CC8-C1D4-492B-871A-7A0B5FC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08512" y="640080"/>
            <a:ext cx="5747004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15C8CB-0C34-442C-B3FE-9FD6AC0BF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5385" y="802767"/>
            <a:ext cx="5493258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3f4c18fe-391c-462f-acbc-7bb0cee3d3d3.png"/>
          <p:cNvPicPr>
            <a:picLocks noChangeAspect="1"/>
          </p:cNvPicPr>
          <p:nvPr/>
        </p:nvPicPr>
        <p:blipFill>
          <a:blip r:embed="rId2"/>
          <a:srcRect l="9238" r="4943"/>
          <a:stretch>
            <a:fillRect/>
          </a:stretch>
        </p:blipFill>
        <p:spPr>
          <a:xfrm>
            <a:off x="3271054" y="1122807"/>
            <a:ext cx="5021921" cy="4297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737CAE-B265-D15A-FC9F-FCA6FF6956C2}"/>
              </a:ext>
            </a:extLst>
          </p:cNvPr>
          <p:cNvSpPr txBox="1"/>
          <p:nvPr/>
        </p:nvSpPr>
        <p:spPr>
          <a:xfrm>
            <a:off x="3271054" y="5843844"/>
            <a:ext cx="3328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Source: </a:t>
            </a:r>
            <a:r>
              <a:rPr lang="en-IN" i="1" dirty="0">
                <a:hlinkClick r:id="rId3"/>
              </a:rPr>
              <a:t>Normal vs Regurgitation</a:t>
            </a:r>
            <a:endParaRPr lang="en-IN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</p:spPr>
        <p:txBody>
          <a:bodyPr>
            <a:normAutofit/>
          </a:bodyPr>
          <a:lstStyle/>
          <a:p>
            <a:r>
              <a:t>Goal of My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2005B1-0BC2-E5E5-6B60-E63FDD0D96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1958539"/>
              </p:ext>
            </p:extLst>
          </p:nvPr>
        </p:nvGraphicFramePr>
        <p:xfrm>
          <a:off x="723900" y="2638425"/>
          <a:ext cx="76962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74562"/>
            <a:ext cx="5797296" cy="1188720"/>
          </a:xfrm>
        </p:spPr>
        <p:txBody>
          <a:bodyPr>
            <a:normAutofit/>
          </a:bodyPr>
          <a:lstStyle/>
          <a:p>
            <a:r>
              <a:rPr lang="en-US"/>
              <a:t>Datasets I Used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483FC8D-AD59-4F15-6FD5-DF1FB1C50B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863724"/>
              </p:ext>
            </p:extLst>
          </p:nvPr>
        </p:nvGraphicFramePr>
        <p:xfrm>
          <a:off x="723900" y="2291184"/>
          <a:ext cx="7696200" cy="4219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53691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2681105"/>
            <a:ext cx="2551176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>
            <a:normAutofit/>
          </a:bodyPr>
          <a:lstStyle/>
          <a:p>
            <a:r>
              <a:rPr lang="en-US" sz="1800"/>
              <a:t>Preprocessing Steps</a:t>
            </a: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4958" y="0"/>
            <a:ext cx="557904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13AACDB-F449-ED50-49C1-C2ED852CDC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9501945"/>
              </p:ext>
            </p:extLst>
          </p:nvPr>
        </p:nvGraphicFramePr>
        <p:xfrm>
          <a:off x="4048125" y="639763"/>
          <a:ext cx="4613672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93EE12E-D662-458A-9649-6896B78BD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4900"/>
            <a:ext cx="9144000" cy="19431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3F86F6-2BCD-4875-B995-9F76838F1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9185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325791"/>
            <a:ext cx="5797296" cy="1188720"/>
          </a:xfrm>
        </p:spPr>
        <p:txBody>
          <a:bodyPr>
            <a:normAutofit/>
          </a:bodyPr>
          <a:lstStyle/>
          <a:p>
            <a:r>
              <a:rPr lang="en-IN" dirty="0"/>
              <a:t>Model Architecture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169975-DDE6-B575-AF1F-DC0A56C3C6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2357479"/>
              </p:ext>
            </p:extLst>
          </p:nvPr>
        </p:nvGraphicFramePr>
        <p:xfrm>
          <a:off x="710239" y="946984"/>
          <a:ext cx="7723523" cy="2782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D1EF-A3A2-281D-2C65-8A728161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Model-2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730AA1-2620-BAD3-CCED-CFC6901E2A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3040" y="2136340"/>
            <a:ext cx="863599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extracts local features from Mel-spectrograms (frequency patterns, murmurs).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 processes the temporal sequence of these features (heart cycles over time).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Together, they understand both what the sound looks like </a:t>
            </a: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how it changes over time.</a:t>
            </a:r>
          </a:p>
        </p:txBody>
      </p:sp>
    </p:spTree>
    <p:extLst>
      <p:ext uri="{BB962C8B-B14F-4D97-AF65-F5344CB8AC3E}">
        <p14:creationId xmlns:p14="http://schemas.microsoft.com/office/powerpoint/2010/main" val="634817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0B5-C409-602A-BBDB-687643DF4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Model-2 Architecture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9F04CB-C608-2C69-9F4B-0014B67FE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" y="2387600"/>
            <a:ext cx="8930640" cy="399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179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884A6-3F77-7EFA-85C2-3337D15A1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66" y="345580"/>
            <a:ext cx="4109012" cy="1143000"/>
          </a:xfrm>
        </p:spPr>
        <p:txBody>
          <a:bodyPr/>
          <a:lstStyle/>
          <a:p>
            <a:r>
              <a:rPr lang="en-IN" sz="2400" b="1" dirty="0"/>
              <a:t>Mel-</a:t>
            </a:r>
            <a:r>
              <a:rPr lang="en-IN" sz="2400" b="1" dirty="0" err="1"/>
              <a:t>Spectogram</a:t>
            </a:r>
            <a:endParaRPr lang="en-IN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D0615B6-BC3A-FFF7-A05A-2BF0847FB48B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335666" y="1828800"/>
                <a:ext cx="4109012" cy="4571999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</a:rPr>
                  <a:t>A Mel-spectrogram is a time-frequency representation of audio</a:t>
                </a:r>
              </a:p>
              <a:p>
                <a:endParaRPr lang="en-US" sz="1800" dirty="0">
                  <a:solidFill>
                    <a:schemeClr val="tx1"/>
                  </a:solidFill>
                </a:endParaRPr>
              </a:p>
              <a:p>
                <a:r>
                  <a:rPr lang="en-IN" sz="1800" b="1" u="sng" dirty="0">
                    <a:solidFill>
                      <a:schemeClr val="tx1"/>
                    </a:solidFill>
                  </a:rPr>
                  <a:t>Mel Scale:</a:t>
                </a:r>
              </a:p>
              <a:p>
                <a:r>
                  <a:rPr lang="en-IN" sz="1800" dirty="0">
                    <a:solidFill>
                      <a:schemeClr val="tx1"/>
                    </a:solidFill>
                  </a:rPr>
                  <a:t>The Mel scale approximates how humans perceive pitch.</a:t>
                </a:r>
              </a:p>
              <a:p>
                <a:r>
                  <a:rPr lang="en-IN" sz="1800" dirty="0">
                    <a:solidFill>
                      <a:schemeClr val="tx1"/>
                    </a:solidFill>
                  </a:rPr>
                  <a:t>Humans are more sensitive to lower frequencies and less sensitive to higher frequencies.</a:t>
                </a:r>
              </a:p>
              <a:p>
                <a:r>
                  <a:rPr lang="en-IN" sz="1800" dirty="0">
                    <a:solidFill>
                      <a:schemeClr val="tx1"/>
                    </a:solidFill>
                  </a:rPr>
                  <a:t>Conversion formula (from frequency </a:t>
                </a:r>
                <a14:m>
                  <m:oMath xmlns:m="http://schemas.openxmlformats.org/officeDocument/2006/math">
                    <m:r>
                      <a:rPr lang="en-I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sz="1800" dirty="0">
                    <a:solidFill>
                      <a:schemeClr val="tx1"/>
                    </a:solidFill>
                  </a:rPr>
                  <a:t>in Hz to Mel):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1800">
                          <a:solidFill>
                            <a:schemeClr val="tx1"/>
                          </a:solidFill>
                        </a:rPr>
                        <m:t>Mel</m:t>
                      </m:r>
                      <m:d>
                        <m:dPr>
                          <m:ctrlPr>
                            <a:rPr lang="ar-AE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ar-AE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2595</m:t>
                      </m:r>
                      <m:r>
                        <a:rPr lang="ar-AE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ar-AE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ar-AE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ar-AE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700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sz="180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D0615B6-BC3A-FFF7-A05A-2BF0847FB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335666" y="1828800"/>
                <a:ext cx="4109012" cy="4571999"/>
              </a:xfrm>
              <a:blipFill>
                <a:blip r:embed="rId2"/>
                <a:stretch>
                  <a:fillRect t="-667" r="-13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7BA5AA-B8DA-7950-E99B-B93131E05D6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0945" t="33130" r="27221" b="20281"/>
          <a:stretch>
            <a:fillRect/>
          </a:stretch>
        </p:blipFill>
        <p:spPr>
          <a:xfrm>
            <a:off x="4572000" y="345580"/>
            <a:ext cx="4572000" cy="6207619"/>
          </a:xfrm>
        </p:spPr>
      </p:pic>
    </p:spTree>
    <p:extLst>
      <p:ext uri="{BB962C8B-B14F-4D97-AF65-F5344CB8AC3E}">
        <p14:creationId xmlns:p14="http://schemas.microsoft.com/office/powerpoint/2010/main" val="3956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4C8536-2825-96FD-50C0-BD5616263BB1}"/>
              </a:ext>
            </a:extLst>
          </p:cNvPr>
          <p:cNvSpPr txBox="1"/>
          <p:nvPr/>
        </p:nvSpPr>
        <p:spPr>
          <a:xfrm>
            <a:off x="782320" y="1089898"/>
            <a:ext cx="780288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Parameter Tuning (for CNN + LSTM Model):</a:t>
            </a:r>
          </a:p>
          <a:p>
            <a:endParaRPr lang="en-US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Hyperparameters such as the number of </a:t>
            </a:r>
            <a:r>
              <a:rPr lang="en-US" sz="2400" dirty="0" err="1"/>
              <a:t>mels</a:t>
            </a:r>
            <a:r>
              <a:rPr lang="en-US" sz="2400" dirty="0"/>
              <a:t> (</a:t>
            </a:r>
            <a:r>
              <a:rPr lang="en-US" sz="2400" dirty="0" err="1"/>
              <a:t>n_mels</a:t>
            </a:r>
            <a:r>
              <a:rPr lang="en-US" sz="2400" dirty="0"/>
              <a:t>), learning rate, batch size, number of filters, and LSTM units were systematically tuned to improve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Grid search and manual iterative tuning were used to find the best model configuration.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Regularisation</a:t>
            </a:r>
            <a:r>
              <a:rPr lang="en-US" sz="2400" dirty="0"/>
              <a:t> (Dropout + Early Stopping) was applied to prevent overfitting.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Final tuned model achieved better </a:t>
            </a:r>
            <a:r>
              <a:rPr lang="en-US" sz="2400" dirty="0" err="1"/>
              <a:t>generalisation</a:t>
            </a:r>
            <a:r>
              <a:rPr lang="en-US" sz="2400" dirty="0"/>
              <a:t> and higher classification confidence than the baseline CNN model.</a:t>
            </a:r>
          </a:p>
        </p:txBody>
      </p:sp>
    </p:spTree>
    <p:extLst>
      <p:ext uri="{BB962C8B-B14F-4D97-AF65-F5344CB8AC3E}">
        <p14:creationId xmlns:p14="http://schemas.microsoft.com/office/powerpoint/2010/main" val="3680766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</p:spPr>
        <p:txBody>
          <a:bodyPr>
            <a:normAutofit/>
          </a:bodyPr>
          <a:lstStyle/>
          <a:p>
            <a:r>
              <a:t>How Prediction 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D48F9D-D4F0-38B1-1939-385FD7C71E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4851893"/>
              </p:ext>
            </p:extLst>
          </p:nvPr>
        </p:nvGraphicFramePr>
        <p:xfrm>
          <a:off x="723900" y="2638425"/>
          <a:ext cx="76962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656E013-C5D1-40E8-A11B-562F6A03E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603" y="2681105"/>
            <a:ext cx="2297430" cy="1495794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2D63F4-B0E1-4039-90FD-768B7B23B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0636" y="960721"/>
            <a:ext cx="516407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F6B2ECC-5166-473E-8533-737B9B819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3351" y="1124712"/>
            <a:ext cx="4918644" cy="46085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1B5F76-5F5F-674E-6852-31791EEB07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689818"/>
              </p:ext>
            </p:extLst>
          </p:nvPr>
        </p:nvGraphicFramePr>
        <p:xfrm>
          <a:off x="3755231" y="1447800"/>
          <a:ext cx="4416028" cy="3965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EA028-2419-C56B-7867-16DDE90F4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974" y="249652"/>
            <a:ext cx="6528051" cy="519617"/>
          </a:xfrm>
        </p:spPr>
        <p:txBody>
          <a:bodyPr>
            <a:noAutofit/>
          </a:bodyPr>
          <a:lstStyle/>
          <a:p>
            <a:pPr algn="l"/>
            <a:r>
              <a:rPr lang="en-IN" sz="1800" dirty="0"/>
              <a:t>Plots: Comparison between two Models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CB9529-53A1-9717-CD7F-A990BEE1E2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0316" t="23030" r="21206" b="6027"/>
          <a:stretch>
            <a:fillRect/>
          </a:stretch>
        </p:blipFill>
        <p:spPr>
          <a:xfrm>
            <a:off x="538480" y="1036320"/>
            <a:ext cx="7813040" cy="288543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959123-8D91-E11C-F1B5-BA5E900ADC89}"/>
              </a:ext>
            </a:extLst>
          </p:cNvPr>
          <p:cNvSpPr txBox="1"/>
          <p:nvPr/>
        </p:nvSpPr>
        <p:spPr>
          <a:xfrm>
            <a:off x="-65715" y="4286436"/>
            <a:ext cx="920971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/>
              <a:t>CNN Results: Training accuracy increases, but validation accuracy stays flat, and validation loss spikes after epoch 3 → model is overfitting.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/>
              <a:t>CRNN Results: Validation accuracy improves sharply around epoch 3, but validation loss also rises later → overfitting begins similarly.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/>
              <a:t>Common Pattern: Both models learn well initially (loss decreases, accuracy increases) but fail to </a:t>
            </a:r>
            <a:r>
              <a:rPr lang="en-US" sz="1600" dirty="0" err="1"/>
              <a:t>generalise</a:t>
            </a:r>
            <a:r>
              <a:rPr lang="en-US" sz="1600" dirty="0"/>
              <a:t> after a few epochs.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/>
              <a:t>Interpretation: The optimal stopping point is around epoch 3, and you may need regularization or more data to improve validation performance.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76888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5B74AC-7913-4B6F-F9EA-F83F425E3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9544" t="27156" r="14241" b="27644"/>
          <a:stretch>
            <a:fillRect/>
          </a:stretch>
        </p:blipFill>
        <p:spPr>
          <a:xfrm>
            <a:off x="1239520" y="863600"/>
            <a:ext cx="6563359" cy="167593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568D7F-4421-0851-0AF7-BFD0101615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33" t="30622" r="31268" b="23155"/>
          <a:stretch>
            <a:fillRect/>
          </a:stretch>
        </p:blipFill>
        <p:spPr>
          <a:xfrm>
            <a:off x="1148080" y="3709694"/>
            <a:ext cx="6289040" cy="27622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6CC360-0AE4-79BF-7207-B5ECBB64340B}"/>
              </a:ext>
            </a:extLst>
          </p:cNvPr>
          <p:cNvSpPr txBox="1"/>
          <p:nvPr/>
        </p:nvSpPr>
        <p:spPr>
          <a:xfrm>
            <a:off x="685957" y="2539538"/>
            <a:ext cx="85077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400" dirty="0"/>
              <a:t>The top plot shows the waveform of a heart-related training audio sample, representing how the sound amplitude </a:t>
            </a:r>
          </a:p>
          <a:p>
            <a:pPr algn="just"/>
            <a:r>
              <a:rPr lang="en-US" sz="1400" dirty="0"/>
              <a:t>varies over time.	</a:t>
            </a:r>
          </a:p>
          <a:p>
            <a:pPr algn="just"/>
            <a:r>
              <a:rPr lang="en-US" sz="1400" dirty="0"/>
              <a:t>The waveform displays many peaks and fluctuations, indicating active and noisy sound activity typical of a heartbeat </a:t>
            </a:r>
          </a:p>
          <a:p>
            <a:pPr algn="just"/>
            <a:r>
              <a:rPr lang="en-US" sz="1400" dirty="0"/>
              <a:t>audio.</a:t>
            </a:r>
            <a:endParaRPr lang="en-I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EA7C73-272B-8385-557E-0418151EC198}"/>
              </a:ext>
            </a:extLst>
          </p:cNvPr>
          <p:cNvSpPr txBox="1"/>
          <p:nvPr/>
        </p:nvSpPr>
        <p:spPr>
          <a:xfrm>
            <a:off x="1148080" y="293910"/>
            <a:ext cx="2176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284839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AF33C27-9C85-4B30-9AD7-879D48AFE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5089DD-882D-4413-B8BF-4798BFD84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3278" y="0"/>
            <a:ext cx="349072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5878" y="2681103"/>
            <a:ext cx="2522980" cy="1495794"/>
          </a:xfrm>
          <a:noFill/>
          <a:ln>
            <a:solidFill>
              <a:srgbClr val="FFFFFF"/>
            </a:solidFill>
          </a:ln>
        </p:spPr>
        <p:txBody>
          <a:bodyPr wrap="square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Challenges I Faced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82045A-7E27-AD5B-668F-331FA779E6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108154"/>
              </p:ext>
            </p:extLst>
          </p:nvPr>
        </p:nvGraphicFramePr>
        <p:xfrm>
          <a:off x="690562" y="965200"/>
          <a:ext cx="4238625" cy="496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81DE31-EF4D-2ED0-7F21-8827198BF9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06045" y="2638045"/>
          <a:ext cx="5937755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tethoscope formed in a heart">
            <a:extLst>
              <a:ext uri="{FF2B5EF4-FFF2-40B4-BE49-F238E27FC236}">
                <a16:creationId xmlns:a16="http://schemas.microsoft.com/office/drawing/2014/main" id="{56C95D08-4C45-7860-6417-D9E142A76E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01" r="34898" b="-1"/>
          <a:stretch>
            <a:fillRect/>
          </a:stretch>
        </p:blipFill>
        <p:spPr>
          <a:xfrm>
            <a:off x="481" y="10"/>
            <a:ext cx="457200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841505"/>
            <a:ext cx="3365473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21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7955" y="976129"/>
            <a:ext cx="3603699" cy="4919815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This project helped me understand how heart sounds can be used for diagnosis.</a:t>
            </a:r>
          </a:p>
          <a:p>
            <a:r>
              <a:t>Deep learning worked well with spectrogram features.</a:t>
            </a:r>
          </a:p>
          <a:p>
            <a:r>
              <a:t>With better data, the model can support early heart disease detection.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1FD9-7D6B-33F9-BC2E-24A98BFF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F8996-A68D-EB39-1F16-79729D57F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516" y="2430685"/>
            <a:ext cx="8588416" cy="4201610"/>
          </a:xfrm>
        </p:spPr>
        <p:txBody>
          <a:bodyPr>
            <a:normAutofit/>
          </a:bodyPr>
          <a:lstStyle/>
          <a:p>
            <a:r>
              <a:rPr lang="en-US" i="1" dirty="0"/>
              <a:t>Development and validation of a prediction model for heart failure in patients with heart valvular regurgitation </a:t>
            </a:r>
            <a:r>
              <a:rPr lang="en-IN" i="1" u="sng" dirty="0" err="1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WenKang</a:t>
            </a:r>
            <a:r>
              <a:rPr lang="en-IN" i="1" u="sng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Xiao</a:t>
            </a:r>
            <a:r>
              <a:rPr lang="en-IN" i="1" dirty="0">
                <a:solidFill>
                  <a:schemeClr val="tx1"/>
                </a:solidFill>
              </a:rPr>
              <a:t> </a:t>
            </a:r>
            <a:r>
              <a:rPr lang="en-IN" i="1" baseline="30000" dirty="0">
                <a:solidFill>
                  <a:schemeClr val="tx1"/>
                </a:solidFill>
              </a:rPr>
              <a:t>1</a:t>
            </a:r>
            <a:r>
              <a:rPr lang="en-IN" i="1" dirty="0">
                <a:solidFill>
                  <a:schemeClr val="tx1"/>
                </a:solidFill>
              </a:rPr>
              <a:t>, </a:t>
            </a:r>
            <a:r>
              <a:rPr lang="en-IN" i="1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Jia‐Lin Yuan</a:t>
            </a:r>
            <a:r>
              <a:rPr lang="en-IN" i="1" dirty="0">
                <a:solidFill>
                  <a:schemeClr val="tx1"/>
                </a:solidFill>
              </a:rPr>
              <a:t> </a:t>
            </a:r>
            <a:r>
              <a:rPr lang="en-IN" i="1" baseline="30000" dirty="0">
                <a:solidFill>
                  <a:schemeClr val="tx1"/>
                </a:solidFill>
              </a:rPr>
              <a:t>1</a:t>
            </a:r>
            <a:r>
              <a:rPr lang="en-IN" i="1" dirty="0">
                <a:solidFill>
                  <a:schemeClr val="tx1"/>
                </a:solidFill>
              </a:rPr>
              <a:t>, </a:t>
            </a:r>
            <a:r>
              <a:rPr lang="en-IN" i="1" u="sng" dirty="0" err="1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YunYi</a:t>
            </a:r>
            <a:r>
              <a:rPr lang="en-IN" i="1" u="sng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Chen</a:t>
            </a:r>
            <a:r>
              <a:rPr lang="en-IN" i="1" dirty="0">
                <a:solidFill>
                  <a:schemeClr val="tx1"/>
                </a:solidFill>
              </a:rPr>
              <a:t> </a:t>
            </a:r>
            <a:r>
              <a:rPr lang="en-IN" i="1" baseline="30000" dirty="0">
                <a:solidFill>
                  <a:schemeClr val="tx1"/>
                </a:solidFill>
              </a:rPr>
              <a:t>1</a:t>
            </a:r>
            <a:r>
              <a:rPr lang="en-IN" i="1" dirty="0">
                <a:solidFill>
                  <a:schemeClr val="tx1"/>
                </a:solidFill>
              </a:rPr>
              <a:t>, </a:t>
            </a:r>
            <a:r>
              <a:rPr lang="en-IN" i="1" u="sng" dirty="0" err="1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GuiPing</a:t>
            </a:r>
            <a:r>
              <a:rPr lang="en-IN" i="1" u="sng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</a:t>
            </a:r>
            <a:r>
              <a:rPr lang="en-IN" i="1" dirty="0">
                <a:solidFill>
                  <a:schemeClr val="tx1"/>
                </a:solidFill>
              </a:rPr>
              <a:t> </a:t>
            </a:r>
            <a:r>
              <a:rPr lang="en-IN" i="1" baseline="30000" dirty="0">
                <a:solidFill>
                  <a:schemeClr val="tx1"/>
                </a:solidFill>
              </a:rPr>
              <a:t>2</a:t>
            </a:r>
            <a:r>
              <a:rPr lang="en-IN" i="1" dirty="0">
                <a:solidFill>
                  <a:schemeClr val="tx1"/>
                </a:solidFill>
              </a:rPr>
              <a:t>, </a:t>
            </a:r>
            <a:r>
              <a:rPr lang="en-IN" i="1" u="sng" dirty="0" err="1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ChaoQiong</a:t>
            </a:r>
            <a:r>
              <a:rPr lang="en-IN" i="1" u="sng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Zhang</a:t>
            </a:r>
            <a:r>
              <a:rPr lang="en-IN" i="1" dirty="0">
                <a:solidFill>
                  <a:schemeClr val="tx1"/>
                </a:solidFill>
              </a:rPr>
              <a:t> </a:t>
            </a:r>
            <a:r>
              <a:rPr lang="en-IN" i="1" baseline="30000" dirty="0">
                <a:solidFill>
                  <a:schemeClr val="tx1"/>
                </a:solidFill>
              </a:rPr>
              <a:t>1</a:t>
            </a:r>
            <a:r>
              <a:rPr lang="en-IN" i="1" dirty="0">
                <a:solidFill>
                  <a:schemeClr val="tx1"/>
                </a:solidFill>
              </a:rPr>
              <a:t>, </a:t>
            </a:r>
            <a:r>
              <a:rPr lang="en-IN" i="1" u="sng" dirty="0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 Sun</a:t>
            </a:r>
            <a:r>
              <a:rPr lang="en-IN" i="1" dirty="0">
                <a:solidFill>
                  <a:schemeClr val="tx1"/>
                </a:solidFill>
              </a:rPr>
              <a:t> </a:t>
            </a:r>
            <a:r>
              <a:rPr lang="en-IN" i="1" baseline="30000" dirty="0">
                <a:solidFill>
                  <a:schemeClr val="tx1"/>
                </a:solidFill>
              </a:rPr>
              <a:t>3</a:t>
            </a:r>
            <a:r>
              <a:rPr lang="en-IN" i="1" dirty="0">
                <a:solidFill>
                  <a:schemeClr val="tx1"/>
                </a:solidFill>
              </a:rPr>
              <a:t>, </a:t>
            </a:r>
            <a:r>
              <a:rPr lang="en-IN" i="1" u="sng" dirty="0" err="1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ChuangXiong</a:t>
            </a:r>
            <a:r>
              <a:rPr lang="en-IN" i="1" u="sng" dirty="0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Hong</a:t>
            </a:r>
            <a:r>
              <a:rPr lang="en-IN" i="1" dirty="0">
                <a:solidFill>
                  <a:schemeClr val="tx1"/>
                </a:solidFill>
              </a:rPr>
              <a:t> </a:t>
            </a:r>
            <a:r>
              <a:rPr lang="en-IN" i="1" baseline="30000" dirty="0">
                <a:solidFill>
                  <a:schemeClr val="tx1"/>
                </a:solidFill>
              </a:rPr>
              <a:t>4,✉</a:t>
            </a:r>
            <a:r>
              <a:rPr lang="en-IN" i="1" dirty="0">
                <a:solidFill>
                  <a:schemeClr val="tx1"/>
                </a:solidFill>
              </a:rPr>
              <a:t>, </a:t>
            </a:r>
            <a:r>
              <a:rPr lang="en-IN" i="1" u="sng" dirty="0" err="1">
                <a:solidFill>
                  <a:schemeClr val="tx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Taochun</a:t>
            </a:r>
            <a:r>
              <a:rPr lang="en-IN" i="1" u="sng" dirty="0">
                <a:solidFill>
                  <a:schemeClr val="tx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Ye</a:t>
            </a:r>
            <a:r>
              <a:rPr lang="en-IN" i="1" dirty="0">
                <a:solidFill>
                  <a:schemeClr val="tx1"/>
                </a:solidFill>
              </a:rPr>
              <a:t> </a:t>
            </a:r>
            <a:r>
              <a:rPr lang="en-IN" i="1" baseline="30000" dirty="0">
                <a:solidFill>
                  <a:schemeClr val="tx1"/>
                </a:solidFill>
              </a:rPr>
              <a:t>4,5,✉</a:t>
            </a:r>
            <a:endParaRPr lang="en-US" i="1" dirty="0">
              <a:solidFill>
                <a:schemeClr val="tx1"/>
              </a:solidFill>
            </a:endParaRPr>
          </a:p>
          <a:p>
            <a:r>
              <a:rPr lang="en-IN" i="1" dirty="0"/>
              <a:t> Isaza N, Desai MY, Kapadia SR, Krishnaswamy A, Rodriguez LL, Grimm RA, et al. Long‐term outcomes in patients with mixed aortic valve disease and preserved left ventricular ejection fraction. J Am Heart Assoc 2020;9:e014591. </a:t>
            </a:r>
            <a:r>
              <a:rPr lang="en-IN" i="1" dirty="0" err="1"/>
              <a:t>doi</a:t>
            </a:r>
            <a:r>
              <a:rPr lang="en-IN" i="1" dirty="0"/>
              <a:t>: 10.1161/JAHA.119.014591 </a:t>
            </a:r>
            <a:r>
              <a:rPr lang="en-IN" i="1" dirty="0" err="1"/>
              <a:t>Epub</a:t>
            </a:r>
            <a:r>
              <a:rPr lang="en-IN" i="1" dirty="0"/>
              <a:t> 2020 Mar 24. PMID: 32204665; PMCID: PMC7428636 [</a:t>
            </a:r>
            <a:r>
              <a:rPr lang="en-IN" i="1" u="sng" dirty="0">
                <a:hlinkClick r:id="rId10"/>
              </a:rPr>
              <a:t>DOI</a:t>
            </a:r>
            <a:r>
              <a:rPr lang="en-IN" i="1" dirty="0"/>
              <a:t>] [</a:t>
            </a:r>
            <a:r>
              <a:rPr lang="en-IN" i="1" u="sng" dirty="0">
                <a:hlinkClick r:id="rId11"/>
              </a:rPr>
              <a:t>PMC free article</a:t>
            </a:r>
            <a:r>
              <a:rPr lang="en-IN" i="1" dirty="0"/>
              <a:t>] [</a:t>
            </a:r>
            <a:r>
              <a:rPr lang="en-IN" i="1" u="sng" dirty="0">
                <a:hlinkClick r:id="rId12"/>
              </a:rPr>
              <a:t>PubMed</a:t>
            </a:r>
            <a:r>
              <a:rPr lang="en-IN" i="1" dirty="0"/>
              <a:t>] [</a:t>
            </a:r>
            <a:r>
              <a:rPr lang="en-IN" i="1" u="sng" dirty="0">
                <a:hlinkClick r:id="rId13"/>
              </a:rPr>
              <a:t>Google Scholar</a:t>
            </a:r>
            <a:r>
              <a:rPr lang="en-IN" i="1" dirty="0"/>
              <a:t>]</a:t>
            </a:r>
          </a:p>
          <a:p>
            <a:r>
              <a:rPr lang="en-IN" i="1" dirty="0">
                <a:solidFill>
                  <a:schemeClr val="tx1"/>
                </a:solidFill>
              </a:rPr>
              <a:t>The future of valvular heart disease assessment and </a:t>
            </a:r>
            <a:r>
              <a:rPr lang="en-IN" i="1" dirty="0" err="1">
                <a:solidFill>
                  <a:schemeClr val="tx1"/>
                </a:solidFill>
              </a:rPr>
              <a:t>therapy;</a:t>
            </a:r>
            <a:r>
              <a:rPr lang="en-IN" i="1" dirty="0" err="1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Prof</a:t>
            </a:r>
            <a:r>
              <a:rPr lang="en-IN" i="1" dirty="0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Partho P Sengupta, MD </a:t>
            </a:r>
            <a:r>
              <a:rPr lang="en-IN" i="1" dirty="0" err="1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DM</a:t>
            </a:r>
            <a:r>
              <a:rPr lang="en-IN" i="1" baseline="30000" dirty="0" err="1">
                <a:solidFill>
                  <a:schemeClr val="tx1"/>
                </a:solidFill>
              </a:rPr>
              <a:t>a,b</a:t>
            </a:r>
            <a:r>
              <a:rPr lang="en-IN" i="1" dirty="0">
                <a:solidFill>
                  <a:schemeClr val="tx1"/>
                </a:solidFill>
              </a:rPr>
              <a:t> </a:t>
            </a:r>
            <a:r>
              <a:rPr lang="en-IN" i="1" dirty="0">
                <a:solidFill>
                  <a:schemeClr val="tx1"/>
                </a:solidFill>
                <a:hlinkClick r:id="rId15" tooltip="Send email to Partho P Sengup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partho.sengupta@rutgers.edu</a:t>
            </a:r>
            <a:r>
              <a:rPr lang="en-IN" i="1" dirty="0">
                <a:solidFill>
                  <a:schemeClr val="tx1"/>
                </a:solidFill>
              </a:rPr>
              <a:t> ∙ </a:t>
            </a:r>
            <a:r>
              <a:rPr lang="en-IN" i="1" dirty="0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Prof Jolanda </a:t>
            </a:r>
            <a:r>
              <a:rPr lang="en-IN" i="1" dirty="0" err="1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Kluin</a:t>
            </a:r>
            <a:r>
              <a:rPr lang="en-IN" i="1" dirty="0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 MD </a:t>
            </a:r>
            <a:r>
              <a:rPr lang="en-IN" i="1" dirty="0" err="1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PhD</a:t>
            </a:r>
            <a:r>
              <a:rPr lang="en-IN" i="1" baseline="30000" dirty="0" err="1">
                <a:solidFill>
                  <a:schemeClr val="tx1"/>
                </a:solidFill>
              </a:rPr>
              <a:t>c</a:t>
            </a:r>
            <a:r>
              <a:rPr lang="en-IN" i="1" dirty="0">
                <a:solidFill>
                  <a:schemeClr val="tx1"/>
                </a:solidFill>
              </a:rPr>
              <a:t> ∙ </a:t>
            </a:r>
            <a:r>
              <a:rPr lang="en-IN" i="1" dirty="0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Prof Seung-Pyo Lee, MD </a:t>
            </a:r>
            <a:r>
              <a:rPr lang="en-IN" i="1" dirty="0" err="1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PhD</a:t>
            </a:r>
            <a:r>
              <a:rPr lang="en-IN" i="1" baseline="30000" dirty="0" err="1">
                <a:solidFill>
                  <a:schemeClr val="tx1"/>
                </a:solidFill>
              </a:rPr>
              <a:t>d</a:t>
            </a:r>
            <a:r>
              <a:rPr lang="en-IN" i="1" dirty="0">
                <a:solidFill>
                  <a:schemeClr val="tx1"/>
                </a:solidFill>
              </a:rPr>
              <a:t> ∙ </a:t>
            </a:r>
            <a:r>
              <a:rPr lang="en-IN" i="1" dirty="0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Prof Jae K Oh, </a:t>
            </a:r>
            <a:r>
              <a:rPr lang="en-IN" i="1" dirty="0" err="1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</a:t>
            </a:r>
            <a:r>
              <a:rPr lang="en-IN" i="1" baseline="30000" dirty="0" err="1">
                <a:solidFill>
                  <a:schemeClr val="tx1"/>
                </a:solidFill>
              </a:rPr>
              <a:t>e</a:t>
            </a:r>
            <a:r>
              <a:rPr lang="en-IN" i="1" dirty="0">
                <a:solidFill>
                  <a:schemeClr val="tx1"/>
                </a:solidFill>
              </a:rPr>
              <a:t> ∙ </a:t>
            </a:r>
            <a:r>
              <a:rPr lang="en-IN" i="1" dirty="0" err="1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Anthal</a:t>
            </a:r>
            <a:r>
              <a:rPr lang="en-IN" i="1" dirty="0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 P M Smits, </a:t>
            </a:r>
            <a:r>
              <a:rPr lang="en-IN" i="1" dirty="0" err="1">
                <a:solidFill>
                  <a:schemeClr val="tx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PhD</a:t>
            </a:r>
            <a:r>
              <a:rPr lang="en-IN" i="1" baseline="30000" dirty="0" err="1">
                <a:solidFill>
                  <a:schemeClr val="tx1"/>
                </a:solidFill>
              </a:rPr>
              <a:t>f,g</a:t>
            </a:r>
            <a:r>
              <a:rPr lang="en-IN" i="1" baseline="30000" dirty="0">
                <a:solidFill>
                  <a:schemeClr val="tx1"/>
                </a:solidFill>
              </a:rPr>
              <a:t>   </a:t>
            </a:r>
            <a:r>
              <a:rPr lang="en-US" dirty="0"/>
              <a:t>;DOI: </a:t>
            </a:r>
            <a:r>
              <a:rPr lang="en-US" dirty="0">
                <a:hlinkClick r:id="rId16"/>
              </a:rPr>
              <a:t>10.1016/S0140-6736(23)02754-X External </a:t>
            </a:r>
            <a:r>
              <a:rPr lang="en-US" dirty="0" err="1">
                <a:hlinkClick r:id="rId16"/>
              </a:rPr>
              <a:t>Link</a:t>
            </a:r>
            <a:r>
              <a:rPr lang="en-US" dirty="0" err="1"/>
              <a:t>Also</a:t>
            </a:r>
            <a:r>
              <a:rPr lang="en-US" dirty="0"/>
              <a:t> available on </a:t>
            </a:r>
            <a:r>
              <a:rPr lang="en-US" dirty="0">
                <a:hlinkClick r:id="rId17"/>
              </a:rPr>
              <a:t>ScienceDirect 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530739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8D508C-A317-451C-AB61-8A699E35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6054" y="0"/>
            <a:ext cx="457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EC3B0-23EE-78A4-8F5C-3282C7BF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2567226"/>
            <a:ext cx="6743700" cy="1723549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5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98ADF-4E6A-CC60-E2C0-465F7E2E0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4414" y="5583044"/>
            <a:ext cx="2996966" cy="65316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000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61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240</TotalTime>
  <Words>1014</Words>
  <Application>Microsoft Office PowerPoint</Application>
  <PresentationFormat>On-screen Show (4:3)</PresentationFormat>
  <Paragraphs>105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Cambria Math</vt:lpstr>
      <vt:lpstr>Gill Sans MT</vt:lpstr>
      <vt:lpstr>Wingdings</vt:lpstr>
      <vt:lpstr>Parcel</vt:lpstr>
      <vt:lpstr>Heart Sound Classification Project  Title: Prediction of Heart Failure and Heart Valve Disorders</vt:lpstr>
      <vt:lpstr>Why I Chose This Project</vt:lpstr>
      <vt:lpstr>Basics of Heart Sounds</vt:lpstr>
      <vt:lpstr>Auscultation Points</vt:lpstr>
      <vt:lpstr>Normal vs Regurgitation</vt:lpstr>
      <vt:lpstr>Goal of My Project</vt:lpstr>
      <vt:lpstr>Datasets I Used</vt:lpstr>
      <vt:lpstr>Preprocessing Steps</vt:lpstr>
      <vt:lpstr>Model Architecture</vt:lpstr>
      <vt:lpstr>Model-2</vt:lpstr>
      <vt:lpstr>Model-2 Architecture</vt:lpstr>
      <vt:lpstr>Mel-Spectogram</vt:lpstr>
      <vt:lpstr>PowerPoint Presentation</vt:lpstr>
      <vt:lpstr>How Prediction Works</vt:lpstr>
      <vt:lpstr>Results</vt:lpstr>
      <vt:lpstr>Plots: Comparison between two Models </vt:lpstr>
      <vt:lpstr>PowerPoint Presentation</vt:lpstr>
      <vt:lpstr>Challenges I Faced</vt:lpstr>
      <vt:lpstr>Future Work</vt:lpstr>
      <vt:lpstr>Conclusion</vt:lpstr>
      <vt:lpstr>References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leela sai surya</dc:creator>
  <cp:keywords/>
  <dc:description>generated using python-pptx</dc:description>
  <cp:lastModifiedBy>sai surya</cp:lastModifiedBy>
  <cp:revision>11</cp:revision>
  <dcterms:created xsi:type="dcterms:W3CDTF">2013-01-27T09:14:16Z</dcterms:created>
  <dcterms:modified xsi:type="dcterms:W3CDTF">2025-11-28T03:05:43Z</dcterms:modified>
  <cp:category/>
</cp:coreProperties>
</file>